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78" r:id="rId1"/>
    <p:sldMasterId id="2147484402" r:id="rId2"/>
  </p:sldMasterIdLst>
  <p:notesMasterIdLst>
    <p:notesMasterId r:id="rId23"/>
  </p:notesMasterIdLst>
  <p:sldIdLst>
    <p:sldId id="582" r:id="rId3"/>
    <p:sldId id="721" r:id="rId4"/>
    <p:sldId id="723" r:id="rId5"/>
    <p:sldId id="724" r:id="rId6"/>
    <p:sldId id="725" r:id="rId7"/>
    <p:sldId id="726" r:id="rId8"/>
    <p:sldId id="742" r:id="rId9"/>
    <p:sldId id="732" r:id="rId10"/>
    <p:sldId id="729" r:id="rId11"/>
    <p:sldId id="730" r:id="rId12"/>
    <p:sldId id="733" r:id="rId13"/>
    <p:sldId id="734" r:id="rId14"/>
    <p:sldId id="735" r:id="rId15"/>
    <p:sldId id="727" r:id="rId16"/>
    <p:sldId id="736" r:id="rId17"/>
    <p:sldId id="738" r:id="rId18"/>
    <p:sldId id="739" r:id="rId19"/>
    <p:sldId id="737" r:id="rId20"/>
    <p:sldId id="740" r:id="rId21"/>
    <p:sldId id="741" r:id="rId2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785" autoAdjust="0"/>
    <p:restoredTop sz="92410" autoAdjust="0"/>
  </p:normalViewPr>
  <p:slideViewPr>
    <p:cSldViewPr>
      <p:cViewPr varScale="1">
        <p:scale>
          <a:sx n="121" d="100"/>
          <a:sy n="121" d="100"/>
        </p:scale>
        <p:origin x="560" y="16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theme" Target="theme/theme1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presProps" Target="presProp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2">
            <a:extLst>
              <a:ext uri="{FF2B5EF4-FFF2-40B4-BE49-F238E27FC236}">
                <a16:creationId xmlns:a16="http://schemas.microsoft.com/office/drawing/2014/main" id="{D5127EDB-0396-4519-999F-A45C812CB099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 b="0"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41987" name="Rectangle 3">
            <a:extLst>
              <a:ext uri="{FF2B5EF4-FFF2-40B4-BE49-F238E27FC236}">
                <a16:creationId xmlns:a16="http://schemas.microsoft.com/office/drawing/2014/main" id="{0931BA1A-3D6B-4A43-84F5-8131A98F9EDB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 b="0"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3076" name="Rectangle 4">
            <a:extLst>
              <a:ext uri="{FF2B5EF4-FFF2-40B4-BE49-F238E27FC236}">
                <a16:creationId xmlns:a16="http://schemas.microsoft.com/office/drawing/2014/main" id="{07BBE547-A3B6-44E3-AD0A-E78295AB0D50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41989" name="Rectangle 5">
            <a:extLst>
              <a:ext uri="{FF2B5EF4-FFF2-40B4-BE49-F238E27FC236}">
                <a16:creationId xmlns:a16="http://schemas.microsoft.com/office/drawing/2014/main" id="{0FE2BDCA-23FD-49E5-913A-CDEFDBB6A62C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noProof="0"/>
              <a:t>Click to edit Master text styles</a:t>
            </a:r>
          </a:p>
          <a:p>
            <a:pPr lvl="1"/>
            <a:r>
              <a:rPr lang="en-US" altLang="en-US" noProof="0"/>
              <a:t>Second level</a:t>
            </a:r>
          </a:p>
          <a:p>
            <a:pPr lvl="2"/>
            <a:r>
              <a:rPr lang="en-US" altLang="en-US" noProof="0"/>
              <a:t>Third level</a:t>
            </a:r>
          </a:p>
          <a:p>
            <a:pPr lvl="3"/>
            <a:r>
              <a:rPr lang="en-US" altLang="en-US" noProof="0"/>
              <a:t>Fourth level</a:t>
            </a:r>
          </a:p>
          <a:p>
            <a:pPr lvl="4"/>
            <a:r>
              <a:rPr lang="en-US" altLang="en-US" noProof="0"/>
              <a:t>Fifth level</a:t>
            </a:r>
          </a:p>
        </p:txBody>
      </p:sp>
      <p:sp>
        <p:nvSpPr>
          <p:cNvPr id="41990" name="Rectangle 6">
            <a:extLst>
              <a:ext uri="{FF2B5EF4-FFF2-40B4-BE49-F238E27FC236}">
                <a16:creationId xmlns:a16="http://schemas.microsoft.com/office/drawing/2014/main" id="{CADC0CDE-A578-488C-A509-B3194ABB9AEB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 b="0"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41991" name="Rectangle 7">
            <a:extLst>
              <a:ext uri="{FF2B5EF4-FFF2-40B4-BE49-F238E27FC236}">
                <a16:creationId xmlns:a16="http://schemas.microsoft.com/office/drawing/2014/main" id="{8976AE5D-3DED-4F85-BAB0-C5A2F2B7F31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 b="0" smtClean="0"/>
            </a:lvl1pPr>
          </a:lstStyle>
          <a:p>
            <a:pPr>
              <a:defRPr/>
            </a:pPr>
            <a:fld id="{B9B2ECC7-0AFE-43DD-AC84-BC9BAFEB5F8D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V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B9B2ECC7-0AFE-43DD-AC84-BC9BAFEB5F8D}" type="slidenum">
              <a:rPr lang="en-US" altLang="en-US" smtClean="0"/>
              <a:pPr>
                <a:defRPr/>
              </a:pPr>
              <a:t>2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1650010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V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B9B2ECC7-0AFE-43DD-AC84-BC9BAFEB5F8D}" type="slidenum">
              <a:rPr lang="en-US" altLang="en-US" smtClean="0"/>
              <a:pPr>
                <a:defRPr/>
              </a:pPr>
              <a:t>3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97730006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V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B9B2ECC7-0AFE-43DD-AC84-BC9BAFEB5F8D}" type="slidenum">
              <a:rPr lang="en-US" altLang="en-US" smtClean="0"/>
              <a:pPr>
                <a:defRPr/>
              </a:pPr>
              <a:t>4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10912590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V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B9B2ECC7-0AFE-43DD-AC84-BC9BAFEB5F8D}" type="slidenum">
              <a:rPr lang="en-US" altLang="en-US" smtClean="0"/>
              <a:pPr>
                <a:defRPr/>
              </a:pPr>
              <a:t>5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53075296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V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B9B2ECC7-0AFE-43DD-AC84-BC9BAFEB5F8D}" type="slidenum">
              <a:rPr lang="en-US" altLang="en-US" smtClean="0"/>
              <a:pPr>
                <a:defRPr/>
              </a:pPr>
              <a:t>6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1297437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V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B9B2ECC7-0AFE-43DD-AC84-BC9BAFEB5F8D}" type="slidenum">
              <a:rPr lang="en-US" altLang="en-US" smtClean="0"/>
              <a:pPr>
                <a:defRPr/>
              </a:pPr>
              <a:t>7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94374764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V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B9B2ECC7-0AFE-43DD-AC84-BC9BAFEB5F8D}" type="slidenum">
              <a:rPr lang="en-US" altLang="en-US" smtClean="0"/>
              <a:pPr>
                <a:defRPr/>
              </a:pPr>
              <a:t>8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79742679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V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B9B2ECC7-0AFE-43DD-AC84-BC9BAFEB5F8D}" type="slidenum">
              <a:rPr lang="en-US" altLang="en-US" smtClean="0"/>
              <a:pPr>
                <a:defRPr/>
              </a:pPr>
              <a:t>9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62745789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V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B9B2ECC7-0AFE-43DD-AC84-BC9BAFEB5F8D}" type="slidenum">
              <a:rPr lang="en-US" altLang="en-US" smtClean="0"/>
              <a:pPr>
                <a:defRPr/>
              </a:pPr>
              <a:t>10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20731915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V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B9B2ECC7-0AFE-43DD-AC84-BC9BAFEB5F8D}" type="slidenum">
              <a:rPr lang="en-US" altLang="en-US" smtClean="0"/>
              <a:pPr>
                <a:defRPr/>
              </a:pPr>
              <a:t>11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69635824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V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B9B2ECC7-0AFE-43DD-AC84-BC9BAFEB5F8D}" type="slidenum">
              <a:rPr lang="en-US" altLang="en-US" smtClean="0"/>
              <a:pPr>
                <a:defRPr/>
              </a:pPr>
              <a:t>12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89123356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V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B9B2ECC7-0AFE-43DD-AC84-BC9BAFEB5F8D}" type="slidenum">
              <a:rPr lang="en-US" altLang="en-US" smtClean="0"/>
              <a:pPr>
                <a:defRPr/>
              </a:pPr>
              <a:t>13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83916517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V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B9B2ECC7-0AFE-43DD-AC84-BC9BAFEB5F8D}" type="slidenum">
              <a:rPr lang="en-US" altLang="en-US" smtClean="0"/>
              <a:pPr>
                <a:defRPr/>
              </a:pPr>
              <a:t>14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58231442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V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B9B2ECC7-0AFE-43DD-AC84-BC9BAFEB5F8D}" type="slidenum">
              <a:rPr lang="en-US" altLang="en-US" smtClean="0"/>
              <a:pPr>
                <a:defRPr/>
              </a:pPr>
              <a:t>15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99325708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V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B9B2ECC7-0AFE-43DD-AC84-BC9BAFEB5F8D}" type="slidenum">
              <a:rPr lang="en-US" altLang="en-US" smtClean="0"/>
              <a:pPr>
                <a:defRPr/>
              </a:pPr>
              <a:t>16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205078363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V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B9B2ECC7-0AFE-43DD-AC84-BC9BAFEB5F8D}" type="slidenum">
              <a:rPr lang="en-US" altLang="en-US" smtClean="0"/>
              <a:pPr>
                <a:defRPr/>
              </a:pPr>
              <a:t>17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334702744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V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B9B2ECC7-0AFE-43DD-AC84-BC9BAFEB5F8D}" type="slidenum">
              <a:rPr lang="en-US" altLang="en-US" smtClean="0"/>
              <a:pPr>
                <a:defRPr/>
              </a:pPr>
              <a:t>18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092225010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V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B9B2ECC7-0AFE-43DD-AC84-BC9BAFEB5F8D}" type="slidenum">
              <a:rPr lang="en-US" altLang="en-US" smtClean="0"/>
              <a:pPr>
                <a:defRPr/>
              </a:pPr>
              <a:t>19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876469039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V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B9B2ECC7-0AFE-43DD-AC84-BC9BAFEB5F8D}" type="slidenum">
              <a:rPr lang="en-US" altLang="en-US" smtClean="0"/>
              <a:pPr>
                <a:defRPr/>
              </a:pPr>
              <a:t>20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51499493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Layouts/_rels/slideLayout9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685800" y="1346947"/>
            <a:ext cx="7772400" cy="80683"/>
          </a:xfrm>
          <a:prstGeom prst="rect">
            <a:avLst/>
          </a:prstGeom>
          <a:blipFill dpi="0" rotWithShape="1">
            <a:blip r:embed="rId2">
              <a:alphaModFix amt="8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6200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685800" y="4282763"/>
            <a:ext cx="7772400" cy="80683"/>
          </a:xfrm>
          <a:prstGeom prst="rect">
            <a:avLst/>
          </a:prstGeom>
          <a:blipFill dpi="0" rotWithShape="1">
            <a:blip r:embed="rId2">
              <a:alphaModFix amt="8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175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685800" y="1484779"/>
            <a:ext cx="7772400" cy="2743200"/>
          </a:xfrm>
          <a:prstGeom prst="rect">
            <a:avLst/>
          </a:prstGeom>
          <a:blipFill dpi="0" rotWithShape="1">
            <a:blip r:embed="rId2">
              <a:alphaModFix amt="8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/>
          <p:cNvGrpSpPr>
            <a:grpSpLocks noChangeAspect="1"/>
          </p:cNvGrpSpPr>
          <p:nvPr/>
        </p:nvGrpSpPr>
        <p:grpSpPr>
          <a:xfrm>
            <a:off x="7234780" y="4107023"/>
            <a:ext cx="914400" cy="914400"/>
            <a:chOff x="9685338" y="4460675"/>
            <a:chExt cx="1080904" cy="1080902"/>
          </a:xfrm>
        </p:grpSpPr>
        <p:sp>
          <p:nvSpPr>
            <p:cNvPr id="11" name="Oval 10"/>
            <p:cNvSpPr/>
            <p:nvPr/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</a14:imgLayer>
                    </a14:imgProps>
                  </a:ext>
                </a:extLst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ckwell Extra Bold" pitchFamily="18" charset="0"/>
                <a:ea typeface="+mn-ea"/>
                <a:cs typeface="+mn-cs"/>
              </a:endParaRPr>
            </a:p>
          </p:txBody>
        </p:sp>
        <p:sp>
          <p:nvSpPr>
            <p:cNvPr id="12" name="Oval 11"/>
            <p:cNvSpPr/>
            <p:nvPr/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88670" y="1432223"/>
            <a:ext cx="7593330" cy="3035808"/>
          </a:xfrm>
        </p:spPr>
        <p:txBody>
          <a:bodyPr anchor="ctr">
            <a:noAutofit/>
          </a:bodyPr>
          <a:lstStyle>
            <a:lvl1pPr algn="l">
              <a:lnSpc>
                <a:spcPct val="80000"/>
              </a:lnSpc>
              <a:defRPr sz="6400" b="0" cap="all" baseline="0">
                <a:blipFill dpi="0" rotWithShape="1">
                  <a:blip r:embed="rId4"/>
                  <a:srcRect/>
                  <a:tile tx="6350" ty="-127000" sx="65000" sy="64000" flip="none" algn="tl"/>
                </a:blip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02386" y="4389120"/>
            <a:ext cx="5918454" cy="1069848"/>
          </a:xfrm>
        </p:spPr>
        <p:txBody>
          <a:bodyPr>
            <a:normAutofit/>
          </a:bodyPr>
          <a:lstStyle>
            <a:lvl1pPr marL="0" indent="0" algn="l">
              <a:buNone/>
              <a:defRPr sz="1800" b="0">
                <a:solidFill>
                  <a:schemeClr val="tx1"/>
                </a:solidFill>
              </a:defRPr>
            </a:lvl1pPr>
            <a:lvl2pPr marL="457200" indent="0" algn="ctr">
              <a:buNone/>
              <a:defRPr sz="28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812805" y="6272785"/>
            <a:ext cx="4745736" cy="365125"/>
          </a:xfrm>
        </p:spPr>
        <p:txBody>
          <a:bodyPr/>
          <a:lstStyle/>
          <a:p>
            <a:pPr>
              <a:defRPr/>
            </a:pPr>
            <a:endParaRPr lang="en-US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244280" y="4227195"/>
            <a:ext cx="895401" cy="640080"/>
          </a:xfrm>
        </p:spPr>
        <p:txBody>
          <a:bodyPr/>
          <a:lstStyle>
            <a:lvl1pPr>
              <a:defRPr sz="2800" b="1"/>
            </a:lvl1pPr>
          </a:lstStyle>
          <a:p>
            <a:pPr>
              <a:defRPr/>
            </a:pPr>
            <a:fld id="{8CD832EE-70A8-42A4-B559-22BB10D2D421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1221895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6F4EA69-A88E-4A21-A87C-C589144D0F16}" type="slidenum">
              <a:rPr lang="en-US" altLang="en-US" smtClean="0"/>
              <a:pPr>
                <a:defRPr/>
              </a:pPr>
              <a:t>‹#›</a:t>
            </a:fld>
            <a:r>
              <a:rPr lang="en-US" altLang="en-US"/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40652002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4917989"/>
            <a:ext cx="9144000" cy="1940010"/>
          </a:xfrm>
          <a:prstGeom prst="rect">
            <a:avLst/>
          </a:prstGeom>
          <a:blipFill dpi="0" rotWithShape="1">
            <a:blip r:embed="rId2">
              <a:alphaModFix amt="8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25346" y="1225296"/>
            <a:ext cx="6960870" cy="3520440"/>
          </a:xfrm>
        </p:spPr>
        <p:txBody>
          <a:bodyPr anchor="ctr">
            <a:normAutofit/>
          </a:bodyPr>
          <a:lstStyle>
            <a:lvl1pPr>
              <a:lnSpc>
                <a:spcPct val="80000"/>
              </a:lnSpc>
              <a:defRPr sz="6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24330" y="5020056"/>
            <a:ext cx="6789420" cy="1066800"/>
          </a:xfrm>
        </p:spPr>
        <p:txBody>
          <a:bodyPr anchor="t">
            <a:normAutofit/>
          </a:bodyPr>
          <a:lstStyle>
            <a:lvl1pPr marL="0" indent="0">
              <a:buNone/>
              <a:defRPr sz="1800" b="0">
                <a:solidFill>
                  <a:schemeClr val="accent1">
                    <a:lumMod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445251" y="6272785"/>
            <a:ext cx="1983232" cy="365125"/>
          </a:xfrm>
        </p:spPr>
        <p:txBody>
          <a:bodyPr/>
          <a:lstStyle>
            <a:lvl1pPr>
              <a:defRPr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636099" y="6272784"/>
            <a:ext cx="4745736" cy="365125"/>
          </a:xfrm>
        </p:spPr>
        <p:txBody>
          <a:bodyPr/>
          <a:lstStyle>
            <a:lvl1pPr>
              <a:defRPr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pPr>
              <a:defRPr/>
            </a:pPr>
            <a:endParaRPr lang="en-US" altLang="en-US"/>
          </a:p>
        </p:txBody>
      </p:sp>
      <p:grpSp>
        <p:nvGrpSpPr>
          <p:cNvPr id="8" name="Group 7"/>
          <p:cNvGrpSpPr>
            <a:grpSpLocks noChangeAspect="1"/>
          </p:cNvGrpSpPr>
          <p:nvPr/>
        </p:nvGrpSpPr>
        <p:grpSpPr>
          <a:xfrm>
            <a:off x="633862" y="2430623"/>
            <a:ext cx="914400" cy="914400"/>
            <a:chOff x="9685338" y="4460675"/>
            <a:chExt cx="1080904" cy="1080902"/>
          </a:xfrm>
        </p:grpSpPr>
        <p:sp>
          <p:nvSpPr>
            <p:cNvPr id="9" name="Oval 8"/>
            <p:cNvSpPr/>
            <p:nvPr/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</a14:imgLayer>
                    </a14:imgProps>
                  </a:ext>
                </a:extLst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ckwell Extra Bold" pitchFamily="18" charset="0"/>
                <a:ea typeface="+mn-ea"/>
                <a:cs typeface="+mn-cs"/>
              </a:endParaRPr>
            </a:p>
          </p:txBody>
        </p:sp>
        <p:sp>
          <p:nvSpPr>
            <p:cNvPr id="10" name="Oval 9"/>
            <p:cNvSpPr/>
            <p:nvPr/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450" y="2508607"/>
            <a:ext cx="891224" cy="720332"/>
          </a:xfrm>
        </p:spPr>
        <p:txBody>
          <a:bodyPr/>
          <a:lstStyle>
            <a:lvl1pPr>
              <a:defRPr sz="2800"/>
            </a:lvl1pPr>
          </a:lstStyle>
          <a:p>
            <a:pPr>
              <a:defRPr/>
            </a:pPr>
            <a:fld id="{365AEAE6-FA6A-497F-9284-2875E6884834}" type="slidenum">
              <a:rPr lang="en-US" altLang="en-US" smtClean="0"/>
              <a:pPr>
                <a:defRPr/>
              </a:pPr>
              <a:t>‹#›</a:t>
            </a:fld>
            <a:r>
              <a:rPr lang="en-US" altLang="en-US"/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242536911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2194560"/>
            <a:ext cx="3657600" cy="3977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92218" y="2194560"/>
            <a:ext cx="3657600" cy="3977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79C9C64-0C41-4942-BA2E-DF76623BD65E}" type="slidenum">
              <a:rPr lang="en-US" altLang="en-US" smtClean="0"/>
              <a:pPr>
                <a:defRPr/>
              </a:pPr>
              <a:t>‹#›</a:t>
            </a:fld>
            <a:r>
              <a:rPr lang="en-US" altLang="en-US"/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26076222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2048256"/>
            <a:ext cx="3657600" cy="640080"/>
          </a:xfrm>
        </p:spPr>
        <p:txBody>
          <a:bodyPr anchor="ctr">
            <a:normAutofit/>
          </a:bodyPr>
          <a:lstStyle>
            <a:lvl1pPr marL="0" indent="0">
              <a:buNone/>
              <a:defRPr sz="2000" b="1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5800" y="2743200"/>
            <a:ext cx="3657600" cy="32918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820793" y="2048256"/>
            <a:ext cx="3657600" cy="640080"/>
          </a:xfrm>
        </p:spPr>
        <p:txBody>
          <a:bodyPr anchor="ctr">
            <a:normAutofit/>
          </a:bodyPr>
          <a:lstStyle>
            <a:lvl1pPr marL="0" indent="0">
              <a:buNone/>
              <a:defRPr sz="2000" b="1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820793" y="2743200"/>
            <a:ext cx="3657600" cy="32918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0A40D37-07FA-4767-A214-10AA2968B244}" type="slidenum">
              <a:rPr lang="en-US" altLang="en-US" smtClean="0"/>
              <a:pPr>
                <a:defRPr/>
              </a:pPr>
              <a:t>‹#›</a:t>
            </a:fld>
            <a:r>
              <a:rPr lang="en-US" altLang="en-US"/>
              <a:t>15</a:t>
            </a:r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830061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3EDF1CA-1601-4D1B-A727-F4E005B0B2CF}" type="slidenum">
              <a:rPr lang="en-US" altLang="en-US" smtClean="0"/>
              <a:pPr>
                <a:defRPr/>
              </a:pPr>
              <a:t>‹#›</a:t>
            </a:fld>
            <a:r>
              <a:rPr lang="en-US" altLang="en-US"/>
              <a:t>15</a:t>
            </a:r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2972266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CBC6C6B-400C-4DBA-B29B-A4D6289E3EF6}" type="slidenum">
              <a:rPr lang="en-US" altLang="en-US" smtClean="0"/>
              <a:pPr>
                <a:defRPr/>
              </a:pPr>
              <a:t>‹#›</a:t>
            </a:fld>
            <a:r>
              <a:rPr lang="en-US" altLang="en-US"/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32909567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6227806" y="1"/>
            <a:ext cx="2916194" cy="6857999"/>
          </a:xfrm>
          <a:prstGeom prst="rect">
            <a:avLst/>
          </a:prstGeom>
          <a:blipFill dpi="0" rotWithShape="1">
            <a:blip r:embed="rId2">
              <a:alphaModFix amt="6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12230" y="685800"/>
            <a:ext cx="2400300" cy="1737360"/>
          </a:xfrm>
        </p:spPr>
        <p:txBody>
          <a:bodyPr anchor="b">
            <a:normAutofit/>
          </a:bodyPr>
          <a:lstStyle>
            <a:lvl1pPr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685800"/>
            <a:ext cx="5033772" cy="5020056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412230" y="2423160"/>
            <a:ext cx="2400300" cy="329184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350">
                <a:solidFill>
                  <a:schemeClr val="accent1">
                    <a:lumMod val="5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grpSp>
        <p:nvGrpSpPr>
          <p:cNvPr id="12" name="Group 11"/>
          <p:cNvGrpSpPr/>
          <p:nvPr/>
        </p:nvGrpSpPr>
        <p:grpSpPr>
          <a:xfrm>
            <a:off x="8522664" y="6255258"/>
            <a:ext cx="393192" cy="393192"/>
            <a:chOff x="8532189" y="5068824"/>
            <a:chExt cx="393192" cy="393192"/>
          </a:xfrm>
        </p:grpSpPr>
        <p:sp>
          <p:nvSpPr>
            <p:cNvPr id="13" name="Oval 12"/>
            <p:cNvSpPr>
              <a:spLocks noChangeAspect="1"/>
            </p:cNvSpPr>
            <p:nvPr/>
          </p:nvSpPr>
          <p:spPr>
            <a:xfrm>
              <a:off x="8532189" y="5068824"/>
              <a:ext cx="393192" cy="39319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ckwell Extra Bold" pitchFamily="18" charset="0"/>
                <a:ea typeface="+mn-ea"/>
                <a:cs typeface="+mn-cs"/>
              </a:endParaRPr>
            </a:p>
          </p:txBody>
        </p:sp>
        <p:sp>
          <p:nvSpPr>
            <p:cNvPr id="14" name="Oval 13"/>
            <p:cNvSpPr>
              <a:spLocks noChangeAspect="1"/>
            </p:cNvSpPr>
            <p:nvPr/>
          </p:nvSpPr>
          <p:spPr>
            <a:xfrm>
              <a:off x="8568766" y="5105400"/>
              <a:ext cx="320039" cy="320040"/>
            </a:xfrm>
            <a:prstGeom prst="ellipse">
              <a:avLst/>
            </a:prstGeom>
            <a:noFill/>
            <a:ln w="12700" cap="flat" cmpd="sng" algn="ctr">
              <a:solidFill>
                <a:srgbClr val="FFFFFF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9" name="Date Placeholder 8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altLang="en-US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en-US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EA64C1A-7882-49FA-9E21-05086A82B233}" type="slidenum">
              <a:rPr lang="en-US" altLang="en-US" smtClean="0"/>
              <a:pPr>
                <a:defRPr/>
              </a:pPr>
              <a:t>‹#›</a:t>
            </a:fld>
            <a:r>
              <a:rPr lang="en-US" altLang="en-US"/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9015397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6227806" y="1"/>
            <a:ext cx="2916194" cy="6857999"/>
          </a:xfrm>
          <a:prstGeom prst="rect">
            <a:avLst/>
          </a:prstGeom>
          <a:blipFill dpi="0" rotWithShape="1">
            <a:blip r:embed="rId2">
              <a:alphaModFix amt="6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12230" y="685800"/>
            <a:ext cx="2400300" cy="1737360"/>
          </a:xfrm>
        </p:spPr>
        <p:txBody>
          <a:bodyPr anchor="b">
            <a:normAutofit/>
          </a:bodyPr>
          <a:lstStyle>
            <a:lvl1pPr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0" y="0"/>
            <a:ext cx="6227805" cy="6858000"/>
          </a:xfrm>
          <a:solidFill>
            <a:schemeClr val="tx2">
              <a:lumMod val="20000"/>
              <a:lumOff val="80000"/>
            </a:schemeClr>
          </a:solidFill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412230" y="2423160"/>
            <a:ext cx="2400300" cy="329184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350">
                <a:solidFill>
                  <a:schemeClr val="accent1">
                    <a:lumMod val="5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grpSp>
        <p:nvGrpSpPr>
          <p:cNvPr id="12" name="Group 11"/>
          <p:cNvGrpSpPr/>
          <p:nvPr/>
        </p:nvGrpSpPr>
        <p:grpSpPr>
          <a:xfrm>
            <a:off x="8522664" y="6255258"/>
            <a:ext cx="393192" cy="393192"/>
            <a:chOff x="8532189" y="5068824"/>
            <a:chExt cx="393192" cy="393192"/>
          </a:xfrm>
        </p:grpSpPr>
        <p:sp>
          <p:nvSpPr>
            <p:cNvPr id="13" name="Oval 12"/>
            <p:cNvSpPr>
              <a:spLocks noChangeAspect="1"/>
            </p:cNvSpPr>
            <p:nvPr/>
          </p:nvSpPr>
          <p:spPr>
            <a:xfrm>
              <a:off x="8532189" y="5068824"/>
              <a:ext cx="393192" cy="39319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ckwell Extra Bold" pitchFamily="18" charset="0"/>
                <a:ea typeface="+mn-ea"/>
                <a:cs typeface="+mn-cs"/>
              </a:endParaRPr>
            </a:p>
          </p:txBody>
        </p:sp>
        <p:sp>
          <p:nvSpPr>
            <p:cNvPr id="14" name="Oval 13"/>
            <p:cNvSpPr>
              <a:spLocks noChangeAspect="1"/>
            </p:cNvSpPr>
            <p:nvPr/>
          </p:nvSpPr>
          <p:spPr>
            <a:xfrm>
              <a:off x="8568766" y="5105400"/>
              <a:ext cx="320039" cy="320040"/>
            </a:xfrm>
            <a:prstGeom prst="ellipse">
              <a:avLst/>
            </a:prstGeom>
            <a:noFill/>
            <a:ln w="12700" cap="flat" cmpd="sng" algn="ctr">
              <a:solidFill>
                <a:srgbClr val="FFFFFF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alt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2724C6F-B38B-4E50-B1CF-9ADB79BA49E5}" type="slidenum">
              <a:rPr lang="en-US" altLang="en-US" smtClean="0"/>
              <a:pPr>
                <a:defRPr/>
              </a:pPr>
              <a:t>‹#›</a:t>
            </a:fld>
            <a:r>
              <a:rPr lang="en-US" altLang="en-US"/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4705635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0BAADEC-A5F4-40E1-9564-0169236787B7}" type="slidenum">
              <a:rPr lang="en-US" altLang="en-US" smtClean="0"/>
              <a:pPr>
                <a:defRPr/>
              </a:pPr>
              <a:t>‹#›</a:t>
            </a:fld>
            <a:r>
              <a:rPr lang="en-US" altLang="en-US"/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136884730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533400"/>
            <a:ext cx="1914525" cy="5638800"/>
          </a:xfrm>
        </p:spPr>
        <p:txBody>
          <a:bodyPr vert="eaVert"/>
          <a:lstStyle>
            <a:lvl1pPr>
              <a:defRPr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00100" y="533400"/>
            <a:ext cx="5629275" cy="56388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26AC809-096C-4182-908F-E6B415D49AF8}" type="slidenum">
              <a:rPr lang="en-US" altLang="en-US" smtClean="0"/>
              <a:pPr>
                <a:defRPr/>
              </a:pPr>
              <a:t>‹#›</a:t>
            </a:fld>
            <a:r>
              <a:rPr lang="en-US" altLang="en-US"/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238774330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02240" y="2386744"/>
            <a:ext cx="693952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 algn="ctr">
              <a:defRPr sz="35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021396" y="4352544"/>
            <a:ext cx="5101209" cy="1239894"/>
          </a:xfrm>
          <a:noFill/>
        </p:spPr>
        <p:txBody>
          <a:bodyPr>
            <a:normAutofit/>
          </a:bodyPr>
          <a:lstStyle>
            <a:lvl1pPr marL="0" indent="0" algn="ctr">
              <a:buNone/>
              <a:defRPr sz="19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 sz="19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CD832EE-70A8-42A4-B559-22BB10D2D421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10575710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0A40D37-07FA-4767-A214-10AA2968B244}" type="slidenum">
              <a:rPr lang="en-US" altLang="en-US" smtClean="0"/>
              <a:pPr>
                <a:defRPr/>
              </a:pPr>
              <a:t>‹#›</a:t>
            </a:fld>
            <a:r>
              <a:rPr lang="en-US" altLang="en-US"/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277231356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06424" y="2386744"/>
            <a:ext cx="6940296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>
              <a:defRPr sz="35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21396" y="4352465"/>
            <a:ext cx="5101209" cy="1265082"/>
          </a:xfrm>
        </p:spPr>
        <p:txBody>
          <a:bodyPr anchor="t" anchorCtr="1">
            <a:normAutofit/>
          </a:bodyPr>
          <a:lstStyle>
            <a:lvl1pPr marL="0" indent="0">
              <a:buNone/>
              <a:defRPr sz="1900">
                <a:solidFill>
                  <a:schemeClr val="tx1"/>
                </a:solidFill>
              </a:defRPr>
            </a:lvl1pPr>
            <a:lvl2pPr marL="457200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65AEAE6-FA6A-497F-9284-2875E6884834}" type="slidenum">
              <a:rPr lang="en-US" altLang="en-US" smtClean="0"/>
              <a:pPr>
                <a:defRPr/>
              </a:pPr>
              <a:t>‹#›</a:t>
            </a:fld>
            <a:r>
              <a:rPr lang="en-US" altLang="en-US"/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194318941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2239" y="2638044"/>
            <a:ext cx="3288023" cy="31019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53737" y="2638044"/>
            <a:ext cx="3290516" cy="31019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alt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0A40D37-07FA-4767-A214-10AA2968B244}" type="slidenum">
              <a:rPr lang="en-US" altLang="en-US" smtClean="0"/>
              <a:pPr>
                <a:defRPr/>
              </a:pPr>
              <a:t>‹#›</a:t>
            </a:fld>
            <a:r>
              <a:rPr lang="en-US" altLang="en-US"/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77998104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2239" y="2313434"/>
            <a:ext cx="3288024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tx2"/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2239" y="3143250"/>
            <a:ext cx="3288024" cy="259677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53737" y="3143250"/>
            <a:ext cx="3290516" cy="2596776"/>
          </a:xfrm>
        </p:spPr>
        <p:txBody>
          <a:bodyPr/>
          <a:lstStyle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4753737" y="2313434"/>
            <a:ext cx="3290516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tx2"/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0A40D37-07FA-4767-A214-10AA2968B244}" type="slidenum">
              <a:rPr lang="en-US" altLang="en-US" smtClean="0"/>
              <a:pPr>
                <a:defRPr/>
              </a:pPr>
              <a:t>‹#›</a:t>
            </a:fld>
            <a:r>
              <a:rPr lang="en-US" altLang="en-US"/>
              <a:t>15</a:t>
            </a:r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6826516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3EDF1CA-1601-4D1B-A727-F4E005B0B2CF}" type="slidenum">
              <a:rPr lang="en-US" altLang="en-US" smtClean="0"/>
              <a:pPr>
                <a:defRPr/>
              </a:pPr>
              <a:t>‹#›</a:t>
            </a:fld>
            <a:r>
              <a:rPr lang="en-US" altLang="en-US"/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142041794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CBC6C6B-400C-4DBA-B29B-A4D6289E3EF6}" type="slidenum">
              <a:rPr lang="en-US" altLang="en-US" smtClean="0"/>
              <a:pPr>
                <a:defRPr/>
              </a:pPr>
              <a:t>‹#›</a:t>
            </a:fld>
            <a:r>
              <a:rPr lang="en-US" altLang="en-US"/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156652972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/>
          <p:cNvSpPr/>
          <p:nvPr/>
        </p:nvSpPr>
        <p:spPr>
          <a:xfrm>
            <a:off x="0" y="0"/>
            <a:ext cx="4572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703" y="2243829"/>
            <a:ext cx="3290594" cy="1141497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rmAutofit/>
          </a:bodyPr>
          <a:lstStyle>
            <a:lvl1pPr>
              <a:defRPr sz="21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52060" y="804672"/>
            <a:ext cx="3611880" cy="5248656"/>
          </a:xfrm>
        </p:spPr>
        <p:txBody>
          <a:bodyPr>
            <a:normAutofit/>
          </a:bodyPr>
          <a:lstStyle>
            <a:lvl1pPr>
              <a:defRPr sz="1900">
                <a:solidFill>
                  <a:schemeClr val="tx1"/>
                </a:solidFill>
              </a:defRPr>
            </a:lvl1pPr>
            <a:lvl2pPr>
              <a:defRPr sz="1600">
                <a:solidFill>
                  <a:schemeClr val="tx1"/>
                </a:solidFill>
              </a:defRPr>
            </a:lvl2pPr>
            <a:lvl3pPr>
              <a:defRPr sz="1600">
                <a:solidFill>
                  <a:schemeClr val="tx1"/>
                </a:solidFill>
              </a:defRPr>
            </a:lvl3pPr>
            <a:lvl4pPr>
              <a:defRPr sz="1600">
                <a:solidFill>
                  <a:schemeClr val="tx1"/>
                </a:solidFill>
              </a:defRPr>
            </a:lvl4pPr>
            <a:lvl5pPr>
              <a:defRPr sz="1600">
                <a:solidFill>
                  <a:schemeClr val="tx1"/>
                </a:solidFill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2965" y="3549918"/>
            <a:ext cx="2846070" cy="2194036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Date Placeholder 8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altLang="en-US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1"/>
          </p:nvPr>
        </p:nvSpPr>
        <p:spPr>
          <a:xfrm>
            <a:off x="640703" y="6236208"/>
            <a:ext cx="3806398" cy="320040"/>
          </a:xfrm>
        </p:spPr>
        <p:txBody>
          <a:bodyPr>
            <a:normAutofit/>
          </a:bodyPr>
          <a:lstStyle>
            <a:lvl1pPr>
              <a:defRPr>
                <a:solidFill>
                  <a:srgbClr val="FFFFFF">
                    <a:alpha val="70000"/>
                  </a:srgbClr>
                </a:solidFill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0A40D37-07FA-4767-A214-10AA2968B244}" type="slidenum">
              <a:rPr lang="en-US" altLang="en-US" smtClean="0"/>
              <a:pPr>
                <a:defRPr/>
              </a:pPr>
              <a:t>‹#›</a:t>
            </a:fld>
            <a:r>
              <a:rPr lang="en-US" altLang="en-US"/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356980084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0" y="0"/>
            <a:ext cx="4572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2243828"/>
            <a:ext cx="3291840" cy="1143000"/>
          </a:xfrm>
          <a:solidFill>
            <a:srgbClr val="FFFFFF"/>
          </a:solidFill>
          <a:ln>
            <a:solidFill>
              <a:srgbClr val="262626"/>
            </a:solidFill>
          </a:ln>
        </p:spPr>
        <p:txBody>
          <a:bodyPr anchor="ctr" anchorCtr="1">
            <a:noAutofit/>
          </a:bodyPr>
          <a:lstStyle>
            <a:lvl1pPr>
              <a:defRPr sz="21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572000" y="0"/>
            <a:ext cx="4576573" cy="6858000"/>
          </a:xfrm>
          <a:solidFill>
            <a:schemeClr val="bg1"/>
          </a:solidFill>
        </p:spPr>
        <p:txBody>
          <a:bodyPr anchor="t"/>
          <a:lstStyle>
            <a:lvl1pPr marL="0" indent="0">
              <a:buNone/>
              <a:defRPr sz="3200">
                <a:solidFill>
                  <a:schemeClr val="tx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2965" y="3549919"/>
            <a:ext cx="2846070" cy="2194037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  <a:effectLst>
                  <a:outerShdw blurRad="50800" dist="38100" dir="2700000" algn="tl" rotWithShape="0">
                    <a:prstClr val="black">
                      <a:alpha val="43000"/>
                    </a:prstClr>
                  </a:outerShdw>
                </a:effectLst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>
          <a:xfrm>
            <a:off x="640080" y="6236208"/>
            <a:ext cx="3803904" cy="320040"/>
          </a:xfrm>
        </p:spPr>
        <p:txBody>
          <a:bodyPr>
            <a:normAutofit/>
          </a:bodyPr>
          <a:lstStyle>
            <a:lvl1pPr>
              <a:defRPr>
                <a:solidFill>
                  <a:srgbClr val="FFFFFF">
                    <a:alpha val="70000"/>
                  </a:srgbClr>
                </a:solidFill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0A40D37-07FA-4767-A214-10AA2968B244}" type="slidenum">
              <a:rPr lang="en-US" altLang="en-US" smtClean="0"/>
              <a:pPr>
                <a:defRPr/>
              </a:pPr>
              <a:t>‹#›</a:t>
            </a:fld>
            <a:r>
              <a:rPr lang="en-US" altLang="en-US"/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3812071496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0A40D37-07FA-4767-A214-10AA2968B244}" type="slidenum">
              <a:rPr lang="en-US" altLang="en-US" smtClean="0"/>
              <a:pPr>
                <a:defRPr/>
              </a:pPr>
              <a:t>‹#›</a:t>
            </a:fld>
            <a:r>
              <a:rPr lang="en-US" altLang="en-US"/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3775880207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489834" y="937260"/>
            <a:ext cx="1053966" cy="498348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606046" y="937260"/>
            <a:ext cx="4716174" cy="498348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0A40D37-07FA-4767-A214-10AA2968B244}" type="slidenum">
              <a:rPr lang="en-US" altLang="en-US" smtClean="0"/>
              <a:pPr>
                <a:defRPr/>
              </a:pPr>
              <a:t>‹#›</a:t>
            </a:fld>
            <a:r>
              <a:rPr lang="en-US" altLang="en-US"/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14895754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microsoft.com/office/2007/relationships/hdphoto" Target="../media/hdphoto1.wdp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/>
          <p:cNvGrpSpPr/>
          <p:nvPr/>
        </p:nvGrpSpPr>
        <p:grpSpPr>
          <a:xfrm>
            <a:off x="8522664" y="6255258"/>
            <a:ext cx="393192" cy="393192"/>
            <a:chOff x="8532189" y="5068824"/>
            <a:chExt cx="393192" cy="393192"/>
          </a:xfrm>
        </p:grpSpPr>
        <p:sp>
          <p:nvSpPr>
            <p:cNvPr id="8" name="Oval 7"/>
            <p:cNvSpPr>
              <a:spLocks noChangeAspect="1"/>
            </p:cNvSpPr>
            <p:nvPr/>
          </p:nvSpPr>
          <p:spPr>
            <a:xfrm>
              <a:off x="8532189" y="5068824"/>
              <a:ext cx="393192" cy="393192"/>
            </a:xfrm>
            <a:prstGeom prst="ellipse">
              <a:avLst/>
            </a:prstGeom>
            <a:blipFill dpi="0" rotWithShape="1">
              <a:blip r:embed="rId13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14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ckwell Extra Bold" pitchFamily="18" charset="0"/>
                <a:ea typeface="+mn-ea"/>
                <a:cs typeface="+mn-cs"/>
              </a:endParaRPr>
            </a:p>
          </p:txBody>
        </p:sp>
        <p:sp>
          <p:nvSpPr>
            <p:cNvPr id="9" name="Oval 8"/>
            <p:cNvSpPr>
              <a:spLocks noChangeAspect="1"/>
            </p:cNvSpPr>
            <p:nvPr/>
          </p:nvSpPr>
          <p:spPr>
            <a:xfrm>
              <a:off x="8568766" y="5105400"/>
              <a:ext cx="320039" cy="320040"/>
            </a:xfrm>
            <a:prstGeom prst="ellipse">
              <a:avLst/>
            </a:prstGeom>
            <a:noFill/>
            <a:ln w="12700" cap="flat" cmpd="sng" algn="ctr">
              <a:solidFill>
                <a:srgbClr val="FFFFFF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5800" y="484632"/>
            <a:ext cx="7772400" cy="160934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2121408"/>
            <a:ext cx="7772400" cy="405079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992368" y="6272785"/>
            <a:ext cx="245516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0" y="6272785"/>
            <a:ext cx="474573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483346" y="6272785"/>
            <a:ext cx="48006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100" b="1" spc="-70" baseline="0">
                <a:solidFill>
                  <a:srgbClr val="FFFFFF"/>
                </a:solidFill>
                <a:latin typeface="+mn-lt"/>
              </a:defRPr>
            </a:lvl1pPr>
          </a:lstStyle>
          <a:p>
            <a:pPr>
              <a:defRPr/>
            </a:pPr>
            <a:fld id="{C0A40D37-07FA-4767-A214-10AA2968B244}" type="slidenum">
              <a:rPr lang="en-US" altLang="en-US" smtClean="0"/>
              <a:pPr>
                <a:defRPr/>
              </a:pPr>
              <a:t>‹#›</a:t>
            </a:fld>
            <a:r>
              <a:rPr lang="en-US" altLang="en-US"/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14775574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79" r:id="rId1"/>
    <p:sldLayoutId id="2147483780" r:id="rId2"/>
    <p:sldLayoutId id="2147483781" r:id="rId3"/>
    <p:sldLayoutId id="2147483782" r:id="rId4"/>
    <p:sldLayoutId id="2147483783" r:id="rId5"/>
    <p:sldLayoutId id="2147483784" r:id="rId6"/>
    <p:sldLayoutId id="2147483785" r:id="rId7"/>
    <p:sldLayoutId id="2147483786" r:id="rId8"/>
    <p:sldLayoutId id="2147483787" r:id="rId9"/>
    <p:sldLayoutId id="2147483788" r:id="rId10"/>
    <p:sldLayoutId id="214748378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200" b="0" kern="1200" cap="all" baseline="0">
          <a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tile tx="6350" ty="-127000" sx="65000" sy="64000" flip="none" algn="tl"/>
          </a:blip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0000"/>
        </a:lnSpc>
        <a:spcBef>
          <a:spcPts val="1200"/>
        </a:spcBef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606045" y="964692"/>
            <a:ext cx="5937755" cy="1188720"/>
          </a:xfrm>
          <a:prstGeom prst="rect">
            <a:avLst/>
          </a:prstGeom>
          <a:solidFill>
            <a:schemeClr val="bg1"/>
          </a:solidFill>
          <a:ln w="31750" cap="sq">
            <a:solidFill>
              <a:schemeClr val="tx1">
                <a:lumMod val="75000"/>
                <a:lumOff val="25000"/>
              </a:schemeClr>
            </a:solidFill>
            <a:miter lim="800000"/>
          </a:ln>
        </p:spPr>
        <p:txBody>
          <a:bodyPr vert="horz" lIns="182880" tIns="182880" rIns="182880" bIns="18288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06045" y="2638045"/>
            <a:ext cx="5937755" cy="310198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978943" y="6238816"/>
            <a:ext cx="2065310" cy="32396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02239" y="6236208"/>
            <a:ext cx="4556664" cy="3200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240112" y="6217920"/>
            <a:ext cx="365760" cy="365760"/>
          </a:xfrm>
          <a:prstGeom prst="ellipse">
            <a:avLst/>
          </a:prstGeom>
          <a:solidFill>
            <a:srgbClr val="1D1D1D">
              <a:alpha val="69804"/>
            </a:srgbClr>
          </a:solidFill>
        </p:spPr>
        <p:txBody>
          <a:bodyPr vert="horz" lIns="18288" tIns="45720" rIns="18288" bIns="45720" rtlCol="0" anchor="ctr">
            <a:noAutofit/>
          </a:bodyPr>
          <a:lstStyle>
            <a:lvl1pPr algn="ctr">
              <a:defRPr sz="1100" spc="0" baseline="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fld id="{C0A40D37-07FA-4767-A214-10AA2968B244}" type="slidenum">
              <a:rPr lang="en-US" altLang="en-US" smtClean="0"/>
              <a:pPr>
                <a:defRPr/>
              </a:pPr>
              <a:t>‹#›</a:t>
            </a:fld>
            <a:r>
              <a:rPr lang="en-US" altLang="en-US"/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25292921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403" r:id="rId1"/>
    <p:sldLayoutId id="2147484404" r:id="rId2"/>
    <p:sldLayoutId id="2147484405" r:id="rId3"/>
    <p:sldLayoutId id="2147484406" r:id="rId4"/>
    <p:sldLayoutId id="2147484407" r:id="rId5"/>
    <p:sldLayoutId id="2147484408" r:id="rId6"/>
    <p:sldLayoutId id="2147484409" r:id="rId7"/>
    <p:sldLayoutId id="2147484410" r:id="rId8"/>
    <p:sldLayoutId id="2147484411" r:id="rId9"/>
    <p:sldLayoutId id="2147484412" r:id="rId10"/>
    <p:sldLayoutId id="2147484413" r:id="rId11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2600" kern="1200" cap="all" spc="200" baseline="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131445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4859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165735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18288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gif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e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jpe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>
            <a:extLst>
              <a:ext uri="{FF2B5EF4-FFF2-40B4-BE49-F238E27FC236}">
                <a16:creationId xmlns:a16="http://schemas.microsoft.com/office/drawing/2014/main" id="{EBE65F44-04A6-4316-860B-0E1E7EC1F787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914400" y="1295400"/>
            <a:ext cx="7623175" cy="1752600"/>
          </a:xfrm>
        </p:spPr>
        <p:txBody>
          <a:bodyPr/>
          <a:lstStyle/>
          <a:p>
            <a:pPr eaLnBrk="1" hangingPunct="1"/>
            <a:r>
              <a:rPr lang="en-US" altLang="en-US" sz="3200" dirty="0"/>
              <a:t>MULTIPLE SEQUENCE Alignments</a:t>
            </a:r>
          </a:p>
        </p:txBody>
      </p:sp>
      <p:sp>
        <p:nvSpPr>
          <p:cNvPr id="9" name="Subtitle 8">
            <a:extLst>
              <a:ext uri="{FF2B5EF4-FFF2-40B4-BE49-F238E27FC236}">
                <a16:creationId xmlns:a16="http://schemas.microsoft.com/office/drawing/2014/main" id="{D7989A2E-97D1-6940-8D8D-3909017135C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9600" y="4492752"/>
            <a:ext cx="5918454" cy="1069848"/>
          </a:xfrm>
        </p:spPr>
        <p:txBody>
          <a:bodyPr/>
          <a:lstStyle/>
          <a:p>
            <a:r>
              <a:rPr lang="en-VN" sz="2400" dirty="0"/>
              <a:t>GS. TS.  Lê Sỹ Vinh</a:t>
            </a:r>
          </a:p>
          <a:p>
            <a:r>
              <a:rPr lang="en-VN" i="1" dirty="0"/>
              <a:t>(some contents are from internet)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6B6B4024-EF92-4E47-9B95-F8F2003CD095}"/>
              </a:ext>
            </a:extLst>
          </p:cNvPr>
          <p:cNvSpPr txBox="1"/>
          <p:nvPr/>
        </p:nvSpPr>
        <p:spPr>
          <a:xfrm>
            <a:off x="152400" y="536164"/>
            <a:ext cx="503667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en-US" sz="3200" dirty="0">
                <a:latin typeface="+mj-lt"/>
              </a:rPr>
              <a:t>Evolution</a:t>
            </a:r>
            <a:endParaRPr lang="en-VN" sz="3200" dirty="0">
              <a:latin typeface="+mj-lt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B507BA9-7C91-9E3D-51BD-0DD822FF750B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00" t="2130" r="1729" b="1608"/>
          <a:stretch/>
        </p:blipFill>
        <p:spPr bwMode="auto">
          <a:xfrm>
            <a:off x="233086" y="1524762"/>
            <a:ext cx="3563955" cy="2960495"/>
          </a:xfrm>
          <a:prstGeom prst="rect">
            <a:avLst/>
          </a:prstGeom>
          <a:noFill/>
          <a:ln>
            <a:noFill/>
          </a:ln>
          <a:effectLst>
            <a:softEdge rad="38100"/>
          </a:effectLst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166DDB78-2D59-31E9-D5C7-84DB3252DD73}"/>
              </a:ext>
            </a:extLst>
          </p:cNvPr>
          <p:cNvSpPr txBox="1"/>
          <p:nvPr/>
        </p:nvSpPr>
        <p:spPr>
          <a:xfrm>
            <a:off x="4619051" y="3244334"/>
            <a:ext cx="45249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DNA</a:t>
            </a:r>
            <a:r>
              <a:rPr lang="en-VN" dirty="0"/>
              <a:t> sequences obtained from 4 species</a:t>
            </a:r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99EBF31C-9859-D3F7-F121-05762D6A28B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91487122"/>
              </p:ext>
            </p:extLst>
          </p:nvPr>
        </p:nvGraphicFramePr>
        <p:xfrm>
          <a:off x="4111241" y="1752600"/>
          <a:ext cx="4799673" cy="137160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197038">
                  <a:extLst>
                    <a:ext uri="{9D8B030D-6E8A-4147-A177-3AD203B41FA5}">
                      <a16:colId xmlns:a16="http://schemas.microsoft.com/office/drawing/2014/main" val="3666141741"/>
                    </a:ext>
                  </a:extLst>
                </a:gridCol>
                <a:gridCol w="607639">
                  <a:extLst>
                    <a:ext uri="{9D8B030D-6E8A-4147-A177-3AD203B41FA5}">
                      <a16:colId xmlns:a16="http://schemas.microsoft.com/office/drawing/2014/main" val="902513141"/>
                    </a:ext>
                  </a:extLst>
                </a:gridCol>
                <a:gridCol w="612438">
                  <a:extLst>
                    <a:ext uri="{9D8B030D-6E8A-4147-A177-3AD203B41FA5}">
                      <a16:colId xmlns:a16="http://schemas.microsoft.com/office/drawing/2014/main" val="945434060"/>
                    </a:ext>
                  </a:extLst>
                </a:gridCol>
                <a:gridCol w="612438">
                  <a:extLst>
                    <a:ext uri="{9D8B030D-6E8A-4147-A177-3AD203B41FA5}">
                      <a16:colId xmlns:a16="http://schemas.microsoft.com/office/drawing/2014/main" val="3573005085"/>
                    </a:ext>
                  </a:extLst>
                </a:gridCol>
                <a:gridCol w="607639">
                  <a:extLst>
                    <a:ext uri="{9D8B030D-6E8A-4147-A177-3AD203B41FA5}">
                      <a16:colId xmlns:a16="http://schemas.microsoft.com/office/drawing/2014/main" val="3952595386"/>
                    </a:ext>
                  </a:extLst>
                </a:gridCol>
                <a:gridCol w="607639">
                  <a:extLst>
                    <a:ext uri="{9D8B030D-6E8A-4147-A177-3AD203B41FA5}">
                      <a16:colId xmlns:a16="http://schemas.microsoft.com/office/drawing/2014/main" val="620461037"/>
                    </a:ext>
                  </a:extLst>
                </a:gridCol>
                <a:gridCol w="554842">
                  <a:extLst>
                    <a:ext uri="{9D8B030D-6E8A-4147-A177-3AD203B41FA5}">
                      <a16:colId xmlns:a16="http://schemas.microsoft.com/office/drawing/2014/main" val="21473202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just"/>
                      <a:r>
                        <a:rPr lang="en-US" sz="1800" dirty="0">
                          <a:effectLst/>
                        </a:rPr>
                        <a:t> </a:t>
                      </a:r>
                      <a:endParaRPr lang="en-VN" sz="1800" dirty="0">
                        <a:effectLst/>
                        <a:latin typeface="Calibri" panose="020F0502020204030204" pitchFamily="34" charset="0"/>
                        <a:ea typeface="MS Mincho" panose="02020609040205080304" pitchFamily="49" charset="-128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>
                          <a:effectLst/>
                        </a:rPr>
                        <a:t>1</a:t>
                      </a:r>
                      <a:endParaRPr lang="en-VN" sz="1800">
                        <a:effectLst/>
                        <a:latin typeface="Calibri" panose="020F0502020204030204" pitchFamily="34" charset="0"/>
                        <a:ea typeface="MS Mincho" panose="02020609040205080304" pitchFamily="49" charset="-128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>
                          <a:effectLst/>
                        </a:rPr>
                        <a:t>2</a:t>
                      </a:r>
                      <a:endParaRPr lang="en-VN" sz="1800">
                        <a:effectLst/>
                        <a:latin typeface="Calibri" panose="020F0502020204030204" pitchFamily="34" charset="0"/>
                        <a:ea typeface="MS Mincho" panose="02020609040205080304" pitchFamily="49" charset="-128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>
                          <a:effectLst/>
                        </a:rPr>
                        <a:t>3</a:t>
                      </a:r>
                      <a:endParaRPr lang="en-VN" sz="1800">
                        <a:effectLst/>
                        <a:latin typeface="Calibri" panose="020F0502020204030204" pitchFamily="34" charset="0"/>
                        <a:ea typeface="MS Mincho" panose="02020609040205080304" pitchFamily="49" charset="-128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>
                          <a:effectLst/>
                        </a:rPr>
                        <a:t>4</a:t>
                      </a:r>
                      <a:endParaRPr lang="en-VN" sz="1800">
                        <a:effectLst/>
                        <a:latin typeface="Calibri" panose="020F0502020204030204" pitchFamily="34" charset="0"/>
                        <a:ea typeface="MS Mincho" panose="02020609040205080304" pitchFamily="49" charset="-128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>
                          <a:effectLst/>
                        </a:rPr>
                        <a:t>5</a:t>
                      </a:r>
                      <a:endParaRPr lang="en-VN" sz="1800">
                        <a:effectLst/>
                        <a:latin typeface="Calibri" panose="020F0502020204030204" pitchFamily="34" charset="0"/>
                        <a:ea typeface="MS Mincho" panose="02020609040205080304" pitchFamily="49" charset="-128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>
                          <a:effectLst/>
                        </a:rPr>
                        <a:t>6</a:t>
                      </a:r>
                      <a:endParaRPr lang="en-VN" sz="1800">
                        <a:effectLst/>
                        <a:latin typeface="Calibri" panose="020F0502020204030204" pitchFamily="34" charset="0"/>
                        <a:ea typeface="MS Mincho" panose="02020609040205080304" pitchFamily="49" charset="-128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02742099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just"/>
                      <a:r>
                        <a:rPr lang="en-US" sz="1800">
                          <a:effectLst/>
                        </a:rPr>
                        <a:t>Người</a:t>
                      </a:r>
                      <a:endParaRPr lang="en-VN" sz="1800">
                        <a:effectLst/>
                        <a:latin typeface="Calibri" panose="020F0502020204030204" pitchFamily="34" charset="0"/>
                        <a:ea typeface="MS Mincho" panose="02020609040205080304" pitchFamily="49" charset="-128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>
                          <a:effectLst/>
                        </a:rPr>
                        <a:t>T</a:t>
                      </a:r>
                      <a:endParaRPr lang="en-VN" sz="1800">
                        <a:effectLst/>
                        <a:latin typeface="Calibri" panose="020F0502020204030204" pitchFamily="34" charset="0"/>
                        <a:ea typeface="MS Mincho" panose="02020609040205080304" pitchFamily="49" charset="-128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>
                          <a:effectLst/>
                        </a:rPr>
                        <a:t>G</a:t>
                      </a:r>
                      <a:endParaRPr lang="en-VN" sz="1800">
                        <a:effectLst/>
                        <a:latin typeface="Calibri" panose="020F0502020204030204" pitchFamily="34" charset="0"/>
                        <a:ea typeface="MS Mincho" panose="02020609040205080304" pitchFamily="49" charset="-128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>
                          <a:effectLst/>
                        </a:rPr>
                        <a:t>A</a:t>
                      </a:r>
                      <a:endParaRPr lang="en-VN" sz="1800">
                        <a:effectLst/>
                        <a:latin typeface="Calibri" panose="020F0502020204030204" pitchFamily="34" charset="0"/>
                        <a:ea typeface="MS Mincho" panose="02020609040205080304" pitchFamily="49" charset="-128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>
                          <a:effectLst/>
                        </a:rPr>
                        <a:t>C</a:t>
                      </a:r>
                      <a:endParaRPr lang="en-VN" sz="1800">
                        <a:effectLst/>
                        <a:latin typeface="Calibri" panose="020F0502020204030204" pitchFamily="34" charset="0"/>
                        <a:ea typeface="MS Mincho" panose="02020609040205080304" pitchFamily="49" charset="-128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>
                          <a:effectLst/>
                        </a:rPr>
                        <a:t>G</a:t>
                      </a:r>
                      <a:endParaRPr lang="en-VN" sz="1800">
                        <a:effectLst/>
                        <a:latin typeface="Calibri" panose="020F0502020204030204" pitchFamily="34" charset="0"/>
                        <a:ea typeface="MS Mincho" panose="02020609040205080304" pitchFamily="49" charset="-128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>
                          <a:effectLst/>
                        </a:rPr>
                        <a:t>T</a:t>
                      </a:r>
                      <a:endParaRPr lang="en-VN" sz="1800">
                        <a:effectLst/>
                        <a:latin typeface="Calibri" panose="020F0502020204030204" pitchFamily="34" charset="0"/>
                        <a:ea typeface="MS Mincho" panose="02020609040205080304" pitchFamily="49" charset="-128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99622063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just"/>
                      <a:r>
                        <a:rPr lang="en-US" sz="1800">
                          <a:effectLst/>
                        </a:rPr>
                        <a:t>Tinh tinh</a:t>
                      </a:r>
                      <a:endParaRPr lang="en-VN" sz="1800">
                        <a:effectLst/>
                        <a:latin typeface="Calibri" panose="020F0502020204030204" pitchFamily="34" charset="0"/>
                        <a:ea typeface="MS Mincho" panose="02020609040205080304" pitchFamily="49" charset="-128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effectLst/>
                        </a:rPr>
                        <a:t>T</a:t>
                      </a:r>
                      <a:endParaRPr lang="en-VN" sz="1800" dirty="0">
                        <a:effectLst/>
                        <a:latin typeface="Calibri" panose="020F0502020204030204" pitchFamily="34" charset="0"/>
                        <a:ea typeface="MS Mincho" panose="02020609040205080304" pitchFamily="49" charset="-128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>
                          <a:effectLst/>
                        </a:rPr>
                        <a:t>G</a:t>
                      </a:r>
                      <a:endParaRPr lang="en-VN" sz="1800">
                        <a:effectLst/>
                        <a:latin typeface="Calibri" panose="020F0502020204030204" pitchFamily="34" charset="0"/>
                        <a:ea typeface="MS Mincho" panose="02020609040205080304" pitchFamily="49" charset="-128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>
                          <a:effectLst/>
                        </a:rPr>
                        <a:t>A</a:t>
                      </a:r>
                      <a:endParaRPr lang="en-VN" sz="1800">
                        <a:effectLst/>
                        <a:latin typeface="Calibri" panose="020F0502020204030204" pitchFamily="34" charset="0"/>
                        <a:ea typeface="MS Mincho" panose="02020609040205080304" pitchFamily="49" charset="-128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>
                          <a:effectLst/>
                        </a:rPr>
                        <a:t>C</a:t>
                      </a:r>
                      <a:endParaRPr lang="en-VN" sz="1800">
                        <a:effectLst/>
                        <a:latin typeface="Calibri" panose="020F0502020204030204" pitchFamily="34" charset="0"/>
                        <a:ea typeface="MS Mincho" panose="02020609040205080304" pitchFamily="49" charset="-128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>
                          <a:effectLst/>
                        </a:rPr>
                        <a:t>T</a:t>
                      </a:r>
                      <a:endParaRPr lang="en-VN" sz="1800">
                        <a:effectLst/>
                        <a:latin typeface="Calibri" panose="020F0502020204030204" pitchFamily="34" charset="0"/>
                        <a:ea typeface="MS Mincho" panose="02020609040205080304" pitchFamily="49" charset="-128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>
                          <a:effectLst/>
                        </a:rPr>
                        <a:t>T</a:t>
                      </a:r>
                      <a:endParaRPr lang="en-VN" sz="1800">
                        <a:effectLst/>
                        <a:latin typeface="Calibri" panose="020F0502020204030204" pitchFamily="34" charset="0"/>
                        <a:ea typeface="MS Mincho" panose="02020609040205080304" pitchFamily="49" charset="-128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32474319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just"/>
                      <a:r>
                        <a:rPr lang="en-US" sz="1800">
                          <a:effectLst/>
                        </a:rPr>
                        <a:t>Khỉ đột</a:t>
                      </a:r>
                      <a:endParaRPr lang="en-VN" sz="1800">
                        <a:effectLst/>
                        <a:latin typeface="Calibri" panose="020F0502020204030204" pitchFamily="34" charset="0"/>
                        <a:ea typeface="MS Mincho" panose="02020609040205080304" pitchFamily="49" charset="-128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effectLst/>
                        </a:rPr>
                        <a:t>C</a:t>
                      </a:r>
                      <a:endParaRPr lang="en-VN" sz="1800" dirty="0">
                        <a:effectLst/>
                        <a:latin typeface="Calibri" panose="020F0502020204030204" pitchFamily="34" charset="0"/>
                        <a:ea typeface="MS Mincho" panose="02020609040205080304" pitchFamily="49" charset="-128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>
                          <a:effectLst/>
                        </a:rPr>
                        <a:t>G</a:t>
                      </a:r>
                      <a:endParaRPr lang="en-VN" sz="1800">
                        <a:effectLst/>
                        <a:latin typeface="Calibri" panose="020F0502020204030204" pitchFamily="34" charset="0"/>
                        <a:ea typeface="MS Mincho" panose="02020609040205080304" pitchFamily="49" charset="-128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>
                          <a:effectLst/>
                        </a:rPr>
                        <a:t>A</a:t>
                      </a:r>
                      <a:endParaRPr lang="en-VN" sz="1800">
                        <a:effectLst/>
                        <a:latin typeface="Calibri" panose="020F0502020204030204" pitchFamily="34" charset="0"/>
                        <a:ea typeface="MS Mincho" panose="02020609040205080304" pitchFamily="49" charset="-128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>
                          <a:effectLst/>
                        </a:rPr>
                        <a:t>C</a:t>
                      </a:r>
                      <a:endParaRPr lang="en-VN" sz="1800">
                        <a:effectLst/>
                        <a:latin typeface="Calibri" panose="020F0502020204030204" pitchFamily="34" charset="0"/>
                        <a:ea typeface="MS Mincho" panose="02020609040205080304" pitchFamily="49" charset="-128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>
                          <a:effectLst/>
                        </a:rPr>
                        <a:t>T</a:t>
                      </a:r>
                      <a:endParaRPr lang="en-VN" sz="1800">
                        <a:effectLst/>
                        <a:latin typeface="Calibri" panose="020F0502020204030204" pitchFamily="34" charset="0"/>
                        <a:ea typeface="MS Mincho" panose="02020609040205080304" pitchFamily="49" charset="-128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>
                          <a:effectLst/>
                        </a:rPr>
                        <a:t> </a:t>
                      </a:r>
                      <a:endParaRPr lang="en-VN" sz="1800">
                        <a:effectLst/>
                        <a:latin typeface="Calibri" panose="020F0502020204030204" pitchFamily="34" charset="0"/>
                        <a:ea typeface="MS Mincho" panose="02020609040205080304" pitchFamily="49" charset="-128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3802419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just"/>
                      <a:r>
                        <a:rPr lang="en-US" sz="1800" dirty="0" err="1">
                          <a:effectLst/>
                        </a:rPr>
                        <a:t>Khỉ</a:t>
                      </a:r>
                      <a:r>
                        <a:rPr lang="en-US" sz="1800" dirty="0">
                          <a:effectLst/>
                        </a:rPr>
                        <a:t> </a:t>
                      </a:r>
                      <a:r>
                        <a:rPr lang="en-US" sz="1800" dirty="0" err="1">
                          <a:effectLst/>
                        </a:rPr>
                        <a:t>nâu</a:t>
                      </a:r>
                      <a:endParaRPr lang="en-VN" sz="1800" dirty="0">
                        <a:effectLst/>
                        <a:latin typeface="Calibri" panose="020F0502020204030204" pitchFamily="34" charset="0"/>
                        <a:ea typeface="MS Mincho" panose="02020609040205080304" pitchFamily="49" charset="-128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effectLst/>
                        </a:rPr>
                        <a:t>G</a:t>
                      </a:r>
                      <a:endParaRPr lang="en-VN" sz="1800" dirty="0">
                        <a:effectLst/>
                        <a:latin typeface="Calibri" panose="020F0502020204030204" pitchFamily="34" charset="0"/>
                        <a:ea typeface="MS Mincho" panose="02020609040205080304" pitchFamily="49" charset="-128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>
                          <a:effectLst/>
                        </a:rPr>
                        <a:t>A</a:t>
                      </a:r>
                      <a:endParaRPr lang="en-VN" sz="1800">
                        <a:effectLst/>
                        <a:latin typeface="Calibri" panose="020F0502020204030204" pitchFamily="34" charset="0"/>
                        <a:ea typeface="MS Mincho" panose="02020609040205080304" pitchFamily="49" charset="-128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>
                          <a:effectLst/>
                        </a:rPr>
                        <a:t>C</a:t>
                      </a:r>
                      <a:endParaRPr lang="en-VN" sz="1800">
                        <a:effectLst/>
                        <a:latin typeface="Calibri" panose="020F0502020204030204" pitchFamily="34" charset="0"/>
                        <a:ea typeface="MS Mincho" panose="02020609040205080304" pitchFamily="49" charset="-128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>
                          <a:effectLst/>
                        </a:rPr>
                        <a:t>G</a:t>
                      </a:r>
                      <a:endParaRPr lang="en-VN" sz="1800">
                        <a:effectLst/>
                        <a:latin typeface="Calibri" panose="020F0502020204030204" pitchFamily="34" charset="0"/>
                        <a:ea typeface="MS Mincho" panose="02020609040205080304" pitchFamily="49" charset="-128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>
                          <a:effectLst/>
                        </a:rPr>
                        <a:t> </a:t>
                      </a:r>
                      <a:endParaRPr lang="en-VN" sz="1800">
                        <a:effectLst/>
                        <a:latin typeface="Calibri" panose="020F0502020204030204" pitchFamily="34" charset="0"/>
                        <a:ea typeface="MS Mincho" panose="02020609040205080304" pitchFamily="49" charset="-128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effectLst/>
                        </a:rPr>
                        <a:t> </a:t>
                      </a:r>
                      <a:endParaRPr lang="en-VN" sz="1800" dirty="0">
                        <a:effectLst/>
                        <a:latin typeface="Calibri" panose="020F0502020204030204" pitchFamily="34" charset="0"/>
                        <a:ea typeface="MS Mincho" panose="02020609040205080304" pitchFamily="49" charset="-128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295778981"/>
                  </a:ext>
                </a:extLst>
              </a:tr>
            </a:tbl>
          </a:graphicData>
        </a:graphic>
      </p:graphicFrame>
      <p:sp>
        <p:nvSpPr>
          <p:cNvPr id="11" name="TextBox 10">
            <a:extLst>
              <a:ext uri="{FF2B5EF4-FFF2-40B4-BE49-F238E27FC236}">
                <a16:creationId xmlns:a16="http://schemas.microsoft.com/office/drawing/2014/main" id="{BAAA6DC9-42AE-4256-7DE6-0857B79135A9}"/>
              </a:ext>
            </a:extLst>
          </p:cNvPr>
          <p:cNvSpPr txBox="1"/>
          <p:nvPr/>
        </p:nvSpPr>
        <p:spPr>
          <a:xfrm>
            <a:off x="408264" y="4540193"/>
            <a:ext cx="33887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The evolution of DNA sequences</a:t>
            </a:r>
            <a:endParaRPr lang="en-VN" dirty="0"/>
          </a:p>
        </p:txBody>
      </p:sp>
    </p:spTree>
    <p:extLst>
      <p:ext uri="{BB962C8B-B14F-4D97-AF65-F5344CB8AC3E}">
        <p14:creationId xmlns:p14="http://schemas.microsoft.com/office/powerpoint/2010/main" val="258265681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6B6B4024-EF92-4E47-9B95-F8F2003CD095}"/>
              </a:ext>
            </a:extLst>
          </p:cNvPr>
          <p:cNvSpPr txBox="1"/>
          <p:nvPr/>
        </p:nvSpPr>
        <p:spPr>
          <a:xfrm>
            <a:off x="457200" y="552782"/>
            <a:ext cx="63246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en-US" sz="3200" dirty="0">
                <a:latin typeface="+mj-lt"/>
              </a:rPr>
              <a:t>Multiple sequence alignment (MSA)</a:t>
            </a:r>
            <a:endParaRPr lang="en-VN" sz="3200" dirty="0">
              <a:latin typeface="+mj-lt"/>
            </a:endParaRP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C8100F3C-76BF-FA39-DFCC-AC46BD5FBFD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17388213"/>
              </p:ext>
            </p:extLst>
          </p:nvPr>
        </p:nvGraphicFramePr>
        <p:xfrm>
          <a:off x="656650" y="3886200"/>
          <a:ext cx="7830699" cy="1589315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290806">
                  <a:extLst>
                    <a:ext uri="{9D8B030D-6E8A-4147-A177-3AD203B41FA5}">
                      <a16:colId xmlns:a16="http://schemas.microsoft.com/office/drawing/2014/main" val="3173555648"/>
                    </a:ext>
                  </a:extLst>
                </a:gridCol>
                <a:gridCol w="1089825">
                  <a:extLst>
                    <a:ext uri="{9D8B030D-6E8A-4147-A177-3AD203B41FA5}">
                      <a16:colId xmlns:a16="http://schemas.microsoft.com/office/drawing/2014/main" val="542039578"/>
                    </a:ext>
                  </a:extLst>
                </a:gridCol>
                <a:gridCol w="1089825">
                  <a:extLst>
                    <a:ext uri="{9D8B030D-6E8A-4147-A177-3AD203B41FA5}">
                      <a16:colId xmlns:a16="http://schemas.microsoft.com/office/drawing/2014/main" val="3194322561"/>
                    </a:ext>
                  </a:extLst>
                </a:gridCol>
                <a:gridCol w="1089825">
                  <a:extLst>
                    <a:ext uri="{9D8B030D-6E8A-4147-A177-3AD203B41FA5}">
                      <a16:colId xmlns:a16="http://schemas.microsoft.com/office/drawing/2014/main" val="2010411293"/>
                    </a:ext>
                  </a:extLst>
                </a:gridCol>
                <a:gridCol w="1089825">
                  <a:extLst>
                    <a:ext uri="{9D8B030D-6E8A-4147-A177-3AD203B41FA5}">
                      <a16:colId xmlns:a16="http://schemas.microsoft.com/office/drawing/2014/main" val="3535099232"/>
                    </a:ext>
                  </a:extLst>
                </a:gridCol>
                <a:gridCol w="1089825">
                  <a:extLst>
                    <a:ext uri="{9D8B030D-6E8A-4147-A177-3AD203B41FA5}">
                      <a16:colId xmlns:a16="http://schemas.microsoft.com/office/drawing/2014/main" val="3100744531"/>
                    </a:ext>
                  </a:extLst>
                </a:gridCol>
                <a:gridCol w="1090768">
                  <a:extLst>
                    <a:ext uri="{9D8B030D-6E8A-4147-A177-3AD203B41FA5}">
                      <a16:colId xmlns:a16="http://schemas.microsoft.com/office/drawing/2014/main" val="4019552041"/>
                    </a:ext>
                  </a:extLst>
                </a:gridCol>
              </a:tblGrid>
              <a:tr h="317863">
                <a:tc>
                  <a:txBody>
                    <a:bodyPr/>
                    <a:lstStyle/>
                    <a:p>
                      <a:pPr algn="just"/>
                      <a:r>
                        <a:rPr lang="en-US" sz="1800">
                          <a:effectLst/>
                        </a:rPr>
                        <a:t> </a:t>
                      </a:r>
                      <a:endParaRPr lang="en-VN" sz="1800">
                        <a:effectLst/>
                        <a:latin typeface="Calibri" panose="020F0502020204030204" pitchFamily="34" charset="0"/>
                        <a:ea typeface="MS Mincho" panose="02020609040205080304" pitchFamily="49" charset="-128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effectLst/>
                        </a:rPr>
                        <a:t>1</a:t>
                      </a:r>
                      <a:endParaRPr lang="en-VN" sz="1800" dirty="0">
                        <a:effectLst/>
                        <a:latin typeface="Calibri" panose="020F0502020204030204" pitchFamily="34" charset="0"/>
                        <a:ea typeface="MS Mincho" panose="02020609040205080304" pitchFamily="49" charset="-128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>
                          <a:effectLst/>
                        </a:rPr>
                        <a:t>2</a:t>
                      </a:r>
                      <a:endParaRPr lang="en-VN" sz="1800">
                        <a:effectLst/>
                        <a:latin typeface="Calibri" panose="020F0502020204030204" pitchFamily="34" charset="0"/>
                        <a:ea typeface="MS Mincho" panose="02020609040205080304" pitchFamily="49" charset="-128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>
                          <a:effectLst/>
                        </a:rPr>
                        <a:t>3</a:t>
                      </a:r>
                      <a:endParaRPr lang="en-VN" sz="1800">
                        <a:effectLst/>
                        <a:latin typeface="Calibri" panose="020F0502020204030204" pitchFamily="34" charset="0"/>
                        <a:ea typeface="MS Mincho" panose="02020609040205080304" pitchFamily="49" charset="-128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>
                          <a:effectLst/>
                        </a:rPr>
                        <a:t>4</a:t>
                      </a:r>
                      <a:endParaRPr lang="en-VN" sz="1800">
                        <a:effectLst/>
                        <a:latin typeface="Calibri" panose="020F0502020204030204" pitchFamily="34" charset="0"/>
                        <a:ea typeface="MS Mincho" panose="02020609040205080304" pitchFamily="49" charset="-128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>
                          <a:effectLst/>
                        </a:rPr>
                        <a:t>5</a:t>
                      </a:r>
                      <a:endParaRPr lang="en-VN" sz="1800">
                        <a:effectLst/>
                        <a:latin typeface="Calibri" panose="020F0502020204030204" pitchFamily="34" charset="0"/>
                        <a:ea typeface="MS Mincho" panose="02020609040205080304" pitchFamily="49" charset="-128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>
                          <a:effectLst/>
                        </a:rPr>
                        <a:t>6</a:t>
                      </a:r>
                      <a:endParaRPr lang="en-VN" sz="1800">
                        <a:effectLst/>
                        <a:latin typeface="Calibri" panose="020F0502020204030204" pitchFamily="34" charset="0"/>
                        <a:ea typeface="MS Mincho" panose="02020609040205080304" pitchFamily="49" charset="-128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502517085"/>
                  </a:ext>
                </a:extLst>
              </a:tr>
              <a:tr h="317863">
                <a:tc>
                  <a:txBody>
                    <a:bodyPr/>
                    <a:lstStyle/>
                    <a:p>
                      <a:pPr algn="just"/>
                      <a:r>
                        <a:rPr lang="en-US" sz="1800">
                          <a:effectLst/>
                        </a:rPr>
                        <a:t>Người</a:t>
                      </a:r>
                      <a:endParaRPr lang="en-VN" sz="1800">
                        <a:effectLst/>
                        <a:latin typeface="Calibri" panose="020F0502020204030204" pitchFamily="34" charset="0"/>
                        <a:ea typeface="MS Mincho" panose="02020609040205080304" pitchFamily="49" charset="-128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effectLst/>
                        </a:rPr>
                        <a:t>T</a:t>
                      </a:r>
                      <a:endParaRPr lang="en-VN" sz="1800" dirty="0">
                        <a:effectLst/>
                        <a:latin typeface="Calibri" panose="020F0502020204030204" pitchFamily="34" charset="0"/>
                        <a:ea typeface="MS Mincho" panose="02020609040205080304" pitchFamily="49" charset="-128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effectLst/>
                        </a:rPr>
                        <a:t>G</a:t>
                      </a:r>
                      <a:endParaRPr lang="en-VN" sz="1800" dirty="0">
                        <a:effectLst/>
                        <a:latin typeface="Calibri" panose="020F0502020204030204" pitchFamily="34" charset="0"/>
                        <a:ea typeface="MS Mincho" panose="02020609040205080304" pitchFamily="49" charset="-128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>
                          <a:effectLst/>
                        </a:rPr>
                        <a:t>A</a:t>
                      </a:r>
                      <a:endParaRPr lang="en-VN" sz="1800">
                        <a:effectLst/>
                        <a:latin typeface="Calibri" panose="020F0502020204030204" pitchFamily="34" charset="0"/>
                        <a:ea typeface="MS Mincho" panose="02020609040205080304" pitchFamily="49" charset="-128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effectLst/>
                        </a:rPr>
                        <a:t>C</a:t>
                      </a:r>
                      <a:endParaRPr lang="en-VN" sz="1800" dirty="0">
                        <a:effectLst/>
                        <a:latin typeface="Calibri" panose="020F0502020204030204" pitchFamily="34" charset="0"/>
                        <a:ea typeface="MS Mincho" panose="02020609040205080304" pitchFamily="49" charset="-128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>
                          <a:effectLst/>
                        </a:rPr>
                        <a:t>G</a:t>
                      </a:r>
                      <a:endParaRPr lang="en-VN" sz="1800">
                        <a:effectLst/>
                        <a:latin typeface="Calibri" panose="020F0502020204030204" pitchFamily="34" charset="0"/>
                        <a:ea typeface="MS Mincho" panose="02020609040205080304" pitchFamily="49" charset="-128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>
                          <a:effectLst/>
                        </a:rPr>
                        <a:t>T</a:t>
                      </a:r>
                      <a:endParaRPr lang="en-VN" sz="1800">
                        <a:effectLst/>
                        <a:latin typeface="Calibri" panose="020F0502020204030204" pitchFamily="34" charset="0"/>
                        <a:ea typeface="MS Mincho" panose="02020609040205080304" pitchFamily="49" charset="-128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085546014"/>
                  </a:ext>
                </a:extLst>
              </a:tr>
              <a:tr h="317863">
                <a:tc>
                  <a:txBody>
                    <a:bodyPr/>
                    <a:lstStyle/>
                    <a:p>
                      <a:pPr algn="just"/>
                      <a:r>
                        <a:rPr lang="en-US" sz="1800" dirty="0" err="1">
                          <a:effectLst/>
                        </a:rPr>
                        <a:t>Tinh</a:t>
                      </a:r>
                      <a:r>
                        <a:rPr lang="en-US" sz="1800" dirty="0">
                          <a:effectLst/>
                        </a:rPr>
                        <a:t> </a:t>
                      </a:r>
                      <a:r>
                        <a:rPr lang="en-US" sz="1800" dirty="0" err="1">
                          <a:effectLst/>
                        </a:rPr>
                        <a:t>tinh</a:t>
                      </a:r>
                      <a:endParaRPr lang="en-VN" sz="1800" dirty="0">
                        <a:effectLst/>
                        <a:latin typeface="Calibri" panose="020F0502020204030204" pitchFamily="34" charset="0"/>
                        <a:ea typeface="MS Mincho" panose="02020609040205080304" pitchFamily="49" charset="-128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>
                          <a:effectLst/>
                        </a:rPr>
                        <a:t>T</a:t>
                      </a:r>
                      <a:endParaRPr lang="en-VN" sz="1800">
                        <a:effectLst/>
                        <a:latin typeface="Calibri" panose="020F0502020204030204" pitchFamily="34" charset="0"/>
                        <a:ea typeface="MS Mincho" panose="02020609040205080304" pitchFamily="49" charset="-128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effectLst/>
                        </a:rPr>
                        <a:t>G</a:t>
                      </a:r>
                      <a:endParaRPr lang="en-VN" sz="1800" dirty="0">
                        <a:effectLst/>
                        <a:latin typeface="Calibri" panose="020F0502020204030204" pitchFamily="34" charset="0"/>
                        <a:ea typeface="MS Mincho" panose="02020609040205080304" pitchFamily="49" charset="-128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effectLst/>
                        </a:rPr>
                        <a:t>A</a:t>
                      </a:r>
                      <a:endParaRPr lang="en-VN" sz="1800" dirty="0">
                        <a:effectLst/>
                        <a:latin typeface="Calibri" panose="020F0502020204030204" pitchFamily="34" charset="0"/>
                        <a:ea typeface="MS Mincho" panose="02020609040205080304" pitchFamily="49" charset="-128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effectLst/>
                        </a:rPr>
                        <a:t>C</a:t>
                      </a:r>
                      <a:endParaRPr lang="en-VN" sz="1800" dirty="0">
                        <a:effectLst/>
                        <a:latin typeface="Calibri" panose="020F0502020204030204" pitchFamily="34" charset="0"/>
                        <a:ea typeface="MS Mincho" panose="02020609040205080304" pitchFamily="49" charset="-128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>
                          <a:effectLst/>
                        </a:rPr>
                        <a:t>T</a:t>
                      </a:r>
                      <a:endParaRPr lang="en-VN" sz="1800">
                        <a:effectLst/>
                        <a:latin typeface="Calibri" panose="020F0502020204030204" pitchFamily="34" charset="0"/>
                        <a:ea typeface="MS Mincho" panose="02020609040205080304" pitchFamily="49" charset="-128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>
                          <a:effectLst/>
                        </a:rPr>
                        <a:t>T</a:t>
                      </a:r>
                      <a:endParaRPr lang="en-VN" sz="1800">
                        <a:effectLst/>
                        <a:latin typeface="Calibri" panose="020F0502020204030204" pitchFamily="34" charset="0"/>
                        <a:ea typeface="MS Mincho" panose="02020609040205080304" pitchFamily="49" charset="-128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17323682"/>
                  </a:ext>
                </a:extLst>
              </a:tr>
              <a:tr h="317863">
                <a:tc>
                  <a:txBody>
                    <a:bodyPr/>
                    <a:lstStyle/>
                    <a:p>
                      <a:pPr algn="just"/>
                      <a:r>
                        <a:rPr lang="en-US" sz="1800">
                          <a:effectLst/>
                        </a:rPr>
                        <a:t>Khỉ đột</a:t>
                      </a:r>
                      <a:endParaRPr lang="en-VN" sz="1800">
                        <a:effectLst/>
                        <a:latin typeface="Calibri" panose="020F0502020204030204" pitchFamily="34" charset="0"/>
                        <a:ea typeface="MS Mincho" panose="02020609040205080304" pitchFamily="49" charset="-128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>
                          <a:effectLst/>
                        </a:rPr>
                        <a:t>C</a:t>
                      </a:r>
                      <a:endParaRPr lang="en-VN" sz="1800">
                        <a:effectLst/>
                        <a:latin typeface="Calibri" panose="020F0502020204030204" pitchFamily="34" charset="0"/>
                        <a:ea typeface="MS Mincho" panose="02020609040205080304" pitchFamily="49" charset="-128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>
                          <a:effectLst/>
                        </a:rPr>
                        <a:t>G</a:t>
                      </a:r>
                      <a:endParaRPr lang="en-VN" sz="1800">
                        <a:effectLst/>
                        <a:latin typeface="Calibri" panose="020F0502020204030204" pitchFamily="34" charset="0"/>
                        <a:ea typeface="MS Mincho" panose="02020609040205080304" pitchFamily="49" charset="-128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>
                          <a:effectLst/>
                        </a:rPr>
                        <a:t>A</a:t>
                      </a:r>
                      <a:endParaRPr lang="en-VN" sz="1800">
                        <a:effectLst/>
                        <a:latin typeface="Calibri" panose="020F0502020204030204" pitchFamily="34" charset="0"/>
                        <a:ea typeface="MS Mincho" panose="02020609040205080304" pitchFamily="49" charset="-128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effectLst/>
                        </a:rPr>
                        <a:t>C</a:t>
                      </a:r>
                      <a:endParaRPr lang="en-VN" sz="1800" dirty="0">
                        <a:effectLst/>
                        <a:latin typeface="Calibri" panose="020F0502020204030204" pitchFamily="34" charset="0"/>
                        <a:ea typeface="MS Mincho" panose="02020609040205080304" pitchFamily="49" charset="-128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effectLst/>
                          <a:sym typeface="Symbol" pitchFamily="2" charset="2"/>
                        </a:rPr>
                        <a:t></a:t>
                      </a:r>
                      <a:endParaRPr lang="en-VN" sz="1800" dirty="0">
                        <a:effectLst/>
                        <a:latin typeface="Calibri" panose="020F0502020204030204" pitchFamily="34" charset="0"/>
                        <a:ea typeface="MS Mincho" panose="02020609040205080304" pitchFamily="49" charset="-128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>
                          <a:effectLst/>
                        </a:rPr>
                        <a:t>T</a:t>
                      </a:r>
                      <a:endParaRPr lang="en-VN" sz="1800">
                        <a:effectLst/>
                        <a:latin typeface="Calibri" panose="020F0502020204030204" pitchFamily="34" charset="0"/>
                        <a:ea typeface="MS Mincho" panose="02020609040205080304" pitchFamily="49" charset="-128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062816446"/>
                  </a:ext>
                </a:extLst>
              </a:tr>
              <a:tr h="317863">
                <a:tc>
                  <a:txBody>
                    <a:bodyPr/>
                    <a:lstStyle/>
                    <a:p>
                      <a:pPr algn="just"/>
                      <a:r>
                        <a:rPr lang="en-US" sz="1800" dirty="0" err="1">
                          <a:effectLst/>
                        </a:rPr>
                        <a:t>Khỉ</a:t>
                      </a:r>
                      <a:r>
                        <a:rPr lang="en-US" sz="1800" dirty="0">
                          <a:effectLst/>
                        </a:rPr>
                        <a:t> </a:t>
                      </a:r>
                      <a:r>
                        <a:rPr lang="en-US" sz="1800" dirty="0" err="1">
                          <a:effectLst/>
                        </a:rPr>
                        <a:t>nâu</a:t>
                      </a:r>
                      <a:endParaRPr lang="en-VN" sz="1800" dirty="0">
                        <a:effectLst/>
                        <a:latin typeface="Calibri" panose="020F0502020204030204" pitchFamily="34" charset="0"/>
                        <a:ea typeface="MS Mincho" panose="02020609040205080304" pitchFamily="49" charset="-128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>
                          <a:effectLst/>
                          <a:sym typeface="Symbol" pitchFamily="2" charset="2"/>
                        </a:rPr>
                        <a:t></a:t>
                      </a:r>
                      <a:endParaRPr lang="en-VN" sz="1800">
                        <a:effectLst/>
                        <a:latin typeface="Calibri" panose="020F0502020204030204" pitchFamily="34" charset="0"/>
                        <a:ea typeface="MS Mincho" panose="02020609040205080304" pitchFamily="49" charset="-128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>
                          <a:effectLst/>
                        </a:rPr>
                        <a:t>G</a:t>
                      </a:r>
                      <a:endParaRPr lang="en-VN" sz="1800">
                        <a:effectLst/>
                        <a:latin typeface="Calibri" panose="020F0502020204030204" pitchFamily="34" charset="0"/>
                        <a:ea typeface="MS Mincho" panose="02020609040205080304" pitchFamily="49" charset="-128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>
                          <a:effectLst/>
                        </a:rPr>
                        <a:t>A</a:t>
                      </a:r>
                      <a:endParaRPr lang="en-VN" sz="1800">
                        <a:effectLst/>
                        <a:latin typeface="Calibri" panose="020F0502020204030204" pitchFamily="34" charset="0"/>
                        <a:ea typeface="MS Mincho" panose="02020609040205080304" pitchFamily="49" charset="-128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>
                          <a:effectLst/>
                        </a:rPr>
                        <a:t>C</a:t>
                      </a:r>
                      <a:endParaRPr lang="en-VN" sz="1800">
                        <a:effectLst/>
                        <a:latin typeface="Calibri" panose="020F0502020204030204" pitchFamily="34" charset="0"/>
                        <a:ea typeface="MS Mincho" panose="02020609040205080304" pitchFamily="49" charset="-128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effectLst/>
                        </a:rPr>
                        <a:t>G</a:t>
                      </a:r>
                      <a:endParaRPr lang="en-VN" sz="1800" dirty="0">
                        <a:effectLst/>
                        <a:latin typeface="Calibri" panose="020F0502020204030204" pitchFamily="34" charset="0"/>
                        <a:ea typeface="MS Mincho" panose="02020609040205080304" pitchFamily="49" charset="-128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effectLst/>
                          <a:sym typeface="Symbol" pitchFamily="2" charset="2"/>
                        </a:rPr>
                        <a:t></a:t>
                      </a:r>
                      <a:endParaRPr lang="en-VN" sz="1800" dirty="0">
                        <a:effectLst/>
                        <a:latin typeface="Calibri" panose="020F0502020204030204" pitchFamily="34" charset="0"/>
                        <a:ea typeface="MS Mincho" panose="02020609040205080304" pitchFamily="49" charset="-128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603484389"/>
                  </a:ext>
                </a:extLst>
              </a:tr>
            </a:tbl>
          </a:graphicData>
        </a:graphic>
      </p:graphicFrame>
      <p:sp>
        <p:nvSpPr>
          <p:cNvPr id="13" name="TextBox 12">
            <a:extLst>
              <a:ext uri="{FF2B5EF4-FFF2-40B4-BE49-F238E27FC236}">
                <a16:creationId xmlns:a16="http://schemas.microsoft.com/office/drawing/2014/main" id="{F052618F-17B5-60F4-CA74-972ADE98737F}"/>
              </a:ext>
            </a:extLst>
          </p:cNvPr>
          <p:cNvSpPr txBox="1"/>
          <p:nvPr/>
        </p:nvSpPr>
        <p:spPr>
          <a:xfrm>
            <a:off x="457200" y="1524000"/>
            <a:ext cx="7696200" cy="17197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Insert gaps ‘-’ into all sequences such that they have the same length</a:t>
            </a:r>
          </a:p>
          <a:p>
            <a:pPr marL="285750" indent="-285750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All nucleotides at the same position are homologous</a:t>
            </a:r>
          </a:p>
          <a:p>
            <a:pPr marL="285750" indent="-285750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The aligned sequences are highly similar</a:t>
            </a:r>
            <a:endParaRPr lang="en-VN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EDB87E9-931B-255F-805A-B56C440B068F}"/>
              </a:ext>
            </a:extLst>
          </p:cNvPr>
          <p:cNvSpPr txBox="1"/>
          <p:nvPr/>
        </p:nvSpPr>
        <p:spPr>
          <a:xfrm>
            <a:off x="2057400" y="5562600"/>
            <a:ext cx="5943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VN" dirty="0"/>
              <a:t>A multiple sequence alignment of 4 DNA sequences</a:t>
            </a:r>
          </a:p>
        </p:txBody>
      </p:sp>
    </p:spTree>
    <p:extLst>
      <p:ext uri="{BB962C8B-B14F-4D97-AF65-F5344CB8AC3E}">
        <p14:creationId xmlns:p14="http://schemas.microsoft.com/office/powerpoint/2010/main" val="15393784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6B6B4024-EF92-4E47-9B95-F8F2003CD095}"/>
              </a:ext>
            </a:extLst>
          </p:cNvPr>
          <p:cNvSpPr txBox="1"/>
          <p:nvPr/>
        </p:nvSpPr>
        <p:spPr>
          <a:xfrm>
            <a:off x="457200" y="838200"/>
            <a:ext cx="503667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en-US" sz="3200" dirty="0">
                <a:latin typeface="+mj-lt"/>
              </a:rPr>
              <a:t>Why do we need MSA</a:t>
            </a:r>
            <a:endParaRPr lang="en-VN" sz="3200" dirty="0">
              <a:latin typeface="+mj-lt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052618F-17B5-60F4-CA74-972ADE98737F}"/>
              </a:ext>
            </a:extLst>
          </p:cNvPr>
          <p:cNvSpPr txBox="1"/>
          <p:nvPr/>
        </p:nvSpPr>
        <p:spPr>
          <a:xfrm>
            <a:off x="4953000" y="1676400"/>
            <a:ext cx="4037960" cy="42126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>
              <a:lnSpc>
                <a:spcPct val="150000"/>
              </a:lnSpc>
              <a:buFont typeface="MS UI Gothic" panose="020B0600070205080204" pitchFamily="34" charset="-128"/>
              <a:buChar char="✓"/>
              <a:tabLst>
                <a:tab pos="469900" algn="l"/>
              </a:tabLst>
            </a:pPr>
            <a:r>
              <a:rPr lang="en-US" sz="1800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Phylogenetic tree reconstruction</a:t>
            </a:r>
            <a:endParaRPr lang="en-VN" sz="1800" dirty="0">
              <a:effectLst/>
              <a:latin typeface="Courier New" panose="02070309020205020404" pitchFamily="49" charset="0"/>
              <a:ea typeface="Times New Roman" panose="02020603050405020304" pitchFamily="18" charset="0"/>
              <a:cs typeface="Courier New" panose="02070309020205020404" pitchFamily="49" charset="0"/>
            </a:endParaRPr>
          </a:p>
          <a:p>
            <a:pPr marL="342900" lvl="0" indent="-342900">
              <a:lnSpc>
                <a:spcPct val="150000"/>
              </a:lnSpc>
              <a:buFont typeface="MS UI Gothic" panose="020B0600070205080204" pitchFamily="34" charset="-128"/>
              <a:buChar char="✓"/>
              <a:tabLst>
                <a:tab pos="469900" algn="l"/>
              </a:tabLst>
            </a:pPr>
            <a:r>
              <a:rPr lang="en-US" sz="1800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Structure prediction</a:t>
            </a:r>
            <a:endParaRPr lang="en-VN" sz="1800" dirty="0">
              <a:effectLst/>
              <a:latin typeface="Courier New" panose="02070309020205020404" pitchFamily="49" charset="0"/>
              <a:ea typeface="Times New Roman" panose="02020603050405020304" pitchFamily="18" charset="0"/>
              <a:cs typeface="Courier New" panose="02070309020205020404" pitchFamily="49" charset="0"/>
            </a:endParaRPr>
          </a:p>
          <a:p>
            <a:pPr marL="342900" lvl="0" indent="-342900">
              <a:lnSpc>
                <a:spcPct val="150000"/>
              </a:lnSpc>
              <a:buFont typeface="MS UI Gothic" panose="020B0600070205080204" pitchFamily="34" charset="-128"/>
              <a:buChar char="✓"/>
              <a:tabLst>
                <a:tab pos="469900" algn="l"/>
              </a:tabLst>
            </a:pPr>
            <a:r>
              <a:rPr lang="en-US" sz="1800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Motifs/Patterns discovery</a:t>
            </a:r>
            <a:endParaRPr lang="en-VN" sz="1800" dirty="0">
              <a:effectLst/>
              <a:latin typeface="Courier New" panose="02070309020205020404" pitchFamily="49" charset="0"/>
              <a:ea typeface="Times New Roman" panose="02020603050405020304" pitchFamily="18" charset="0"/>
              <a:cs typeface="Courier New" panose="02070309020205020404" pitchFamily="49" charset="0"/>
            </a:endParaRPr>
          </a:p>
          <a:p>
            <a:pPr>
              <a:lnSpc>
                <a:spcPct val="150000"/>
              </a:lnSpc>
            </a:pPr>
            <a:r>
              <a:rPr lang="en-US" sz="1800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Which parts “do the same thing”?</a:t>
            </a:r>
            <a:endParaRPr lang="en-VN" sz="1800" dirty="0">
              <a:effectLst/>
              <a:latin typeface="Courier New" panose="02070309020205020404" pitchFamily="49" charset="0"/>
              <a:ea typeface="Calibri" panose="020F0502020204030204" pitchFamily="34" charset="0"/>
              <a:cs typeface="Courier New" panose="02070309020205020404" pitchFamily="49" charset="0"/>
            </a:endParaRPr>
          </a:p>
          <a:p>
            <a:pPr marL="342900" lvl="0" indent="-342900">
              <a:lnSpc>
                <a:spcPct val="150000"/>
              </a:lnSpc>
              <a:buFont typeface="MS UI Gothic" panose="020B0600070205080204" pitchFamily="34" charset="-128"/>
              <a:buChar char="✓"/>
              <a:tabLst>
                <a:tab pos="469900" algn="l"/>
              </a:tabLst>
            </a:pPr>
            <a:r>
              <a:rPr lang="en-US" sz="1800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Detecting new homologies between new  genes and  established sequence families</a:t>
            </a:r>
            <a:endParaRPr lang="en-VN" sz="1800" dirty="0">
              <a:effectLst/>
              <a:latin typeface="Courier New" panose="02070309020205020404" pitchFamily="49" charset="0"/>
              <a:ea typeface="Times New Roman" panose="02020603050405020304" pitchFamily="18" charset="0"/>
              <a:cs typeface="Courier New" panose="02070309020205020404" pitchFamily="49" charset="0"/>
            </a:endParaRPr>
          </a:p>
        </p:txBody>
      </p:sp>
      <p:pic>
        <p:nvPicPr>
          <p:cNvPr id="5122" name="Picture 2" descr="Examples of molecular biology applications (shown in green boxes) that... |  Download Scientific Diagram">
            <a:extLst>
              <a:ext uri="{FF2B5EF4-FFF2-40B4-BE49-F238E27FC236}">
                <a16:creationId xmlns:a16="http://schemas.microsoft.com/office/drawing/2014/main" id="{51A72607-07E6-09FF-1E75-A209FDFB678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4946" y="1899207"/>
            <a:ext cx="4234044" cy="2799173"/>
          </a:xfrm>
          <a:prstGeom prst="rect">
            <a:avLst/>
          </a:prstGeom>
          <a:noFill/>
          <a:effectLst>
            <a:softEdge rad="63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1FF40C65-4593-EC60-C310-9E3316509812}"/>
              </a:ext>
            </a:extLst>
          </p:cNvPr>
          <p:cNvSpPr txBox="1"/>
          <p:nvPr/>
        </p:nvSpPr>
        <p:spPr>
          <a:xfrm>
            <a:off x="267020" y="4724400"/>
            <a:ext cx="4572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MSA is central to many bioinformatics applications</a:t>
            </a:r>
          </a:p>
        </p:txBody>
      </p:sp>
    </p:spTree>
    <p:extLst>
      <p:ext uri="{BB962C8B-B14F-4D97-AF65-F5344CB8AC3E}">
        <p14:creationId xmlns:p14="http://schemas.microsoft.com/office/powerpoint/2010/main" val="196015861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6B6B4024-EF92-4E47-9B95-F8F2003CD095}"/>
              </a:ext>
            </a:extLst>
          </p:cNvPr>
          <p:cNvSpPr txBox="1"/>
          <p:nvPr/>
        </p:nvSpPr>
        <p:spPr>
          <a:xfrm>
            <a:off x="457200" y="552782"/>
            <a:ext cx="61722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en-US" sz="3200" dirty="0">
                <a:latin typeface="+mj-lt"/>
              </a:rPr>
              <a:t>How to align multiple sequences</a:t>
            </a:r>
            <a:endParaRPr lang="en-VN" sz="3200" dirty="0">
              <a:latin typeface="+mj-lt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052618F-17B5-60F4-CA74-972ADE98737F}"/>
              </a:ext>
            </a:extLst>
          </p:cNvPr>
          <p:cNvSpPr txBox="1"/>
          <p:nvPr/>
        </p:nvSpPr>
        <p:spPr>
          <a:xfrm>
            <a:off x="457200" y="1524001"/>
            <a:ext cx="3810000" cy="46281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800" b="1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Dynamic programming</a:t>
            </a:r>
            <a:endParaRPr lang="en-VN" sz="1800" b="1" dirty="0">
              <a:effectLst/>
              <a:latin typeface="Courier New" panose="02070309020205020404" pitchFamily="49" charset="0"/>
              <a:ea typeface="Calibri" panose="020F0502020204030204" pitchFamily="34" charset="0"/>
              <a:cs typeface="Courier New" panose="02070309020205020404" pitchFamily="49" charset="0"/>
            </a:endParaRPr>
          </a:p>
          <a:p>
            <a:pPr marL="342900" lvl="0" indent="-342900">
              <a:lnSpc>
                <a:spcPct val="150000"/>
              </a:lnSpc>
              <a:buFont typeface="MS UI Gothic" panose="020B0600070205080204" pitchFamily="34" charset="-128"/>
              <a:buChar char="✓"/>
              <a:tabLst>
                <a:tab pos="469900" algn="l"/>
              </a:tabLst>
            </a:pPr>
            <a:r>
              <a:rPr lang="en-US" sz="1800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Generalization of Needleman-Wunsch</a:t>
            </a:r>
            <a:endParaRPr lang="en-VN" sz="1800" dirty="0">
              <a:effectLst/>
              <a:latin typeface="Courier New" panose="02070309020205020404" pitchFamily="49" charset="0"/>
              <a:ea typeface="Times New Roman" panose="02020603050405020304" pitchFamily="18" charset="0"/>
              <a:cs typeface="Courier New" panose="02070309020205020404" pitchFamily="49" charset="0"/>
            </a:endParaRPr>
          </a:p>
          <a:p>
            <a:pPr marL="342900" lvl="0" indent="-342900">
              <a:lnSpc>
                <a:spcPct val="150000"/>
              </a:lnSpc>
              <a:buFont typeface="MS UI Gothic" panose="020B0600070205080204" pitchFamily="34" charset="-128"/>
              <a:buChar char="✓"/>
              <a:tabLst>
                <a:tab pos="469900" algn="l"/>
              </a:tabLst>
            </a:pPr>
            <a:r>
              <a:rPr lang="en-US" sz="1800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Find alignment that maximizes a score </a:t>
            </a:r>
          </a:p>
          <a:p>
            <a:pPr lvl="0">
              <a:lnSpc>
                <a:spcPct val="150000"/>
              </a:lnSpc>
              <a:tabLst>
                <a:tab pos="469900" algn="l"/>
              </a:tabLst>
            </a:pPr>
            <a:endParaRPr lang="en-VN" sz="1800" dirty="0">
              <a:effectLst/>
              <a:latin typeface="Courier New" panose="02070309020205020404" pitchFamily="49" charset="0"/>
              <a:ea typeface="Times New Roman" panose="02020603050405020304" pitchFamily="18" charset="0"/>
              <a:cs typeface="Courier New" panose="02070309020205020404" pitchFamily="49" charset="0"/>
            </a:endParaRPr>
          </a:p>
          <a:p>
            <a:pPr>
              <a:lnSpc>
                <a:spcPct val="150000"/>
              </a:lnSpc>
            </a:pPr>
            <a:r>
              <a:rPr lang="en-US" sz="1800" b="1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Function Global Progressive Alignments</a:t>
            </a:r>
            <a:endParaRPr lang="en-VN" sz="1800" b="1" dirty="0">
              <a:effectLst/>
              <a:latin typeface="Courier New" panose="02070309020205020404" pitchFamily="49" charset="0"/>
              <a:ea typeface="Calibri" panose="020F0502020204030204" pitchFamily="34" charset="0"/>
              <a:cs typeface="Courier New" panose="02070309020205020404" pitchFamily="49" charset="0"/>
            </a:endParaRPr>
          </a:p>
          <a:p>
            <a:pPr marL="342900" lvl="0" indent="-342900">
              <a:lnSpc>
                <a:spcPct val="150000"/>
              </a:lnSpc>
              <a:buFont typeface="MS UI Gothic" panose="020B0600070205080204" pitchFamily="34" charset="-128"/>
              <a:buChar char="✓"/>
              <a:tabLst>
                <a:tab pos="469900" algn="l"/>
              </a:tabLst>
            </a:pPr>
            <a:r>
              <a:rPr lang="en-US" sz="1800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Match closely-related sequences first using a guide tree</a:t>
            </a:r>
            <a:endParaRPr lang="en-VN" sz="1800" dirty="0">
              <a:effectLst/>
              <a:latin typeface="Courier New" panose="02070309020205020404" pitchFamily="49" charset="0"/>
              <a:ea typeface="Times New Roman" panose="02020603050405020304" pitchFamily="18" charset="0"/>
              <a:cs typeface="Courier New" panose="02070309020205020404" pitchFamily="49" charset="0"/>
            </a:endParaRPr>
          </a:p>
        </p:txBody>
      </p:sp>
      <p:pic>
        <p:nvPicPr>
          <p:cNvPr id="6146" name="Picture 2" descr="MSA: Multiple Sequence Alignment steps. ">
            <a:extLst>
              <a:ext uri="{FF2B5EF4-FFF2-40B4-BE49-F238E27FC236}">
                <a16:creationId xmlns:a16="http://schemas.microsoft.com/office/drawing/2014/main" id="{98633FB6-3AD1-F320-4394-B5CBDAE08B0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76325" y="1752600"/>
            <a:ext cx="5167675" cy="2651125"/>
          </a:xfrm>
          <a:prstGeom prst="rect">
            <a:avLst/>
          </a:prstGeom>
          <a:noFill/>
          <a:effectLst>
            <a:softEdge rad="190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8397430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6B6B4024-EF92-4E47-9B95-F8F2003CD095}"/>
              </a:ext>
            </a:extLst>
          </p:cNvPr>
          <p:cNvSpPr txBox="1"/>
          <p:nvPr/>
        </p:nvSpPr>
        <p:spPr>
          <a:xfrm>
            <a:off x="457200" y="552782"/>
            <a:ext cx="82296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en-US" sz="3200" dirty="0">
                <a:latin typeface="+mj-lt"/>
              </a:rPr>
              <a:t>Dynamic programming to align three sequences</a:t>
            </a:r>
            <a:endParaRPr lang="en-VN" sz="3200" dirty="0">
              <a:latin typeface="+mj-lt"/>
            </a:endParaRPr>
          </a:p>
        </p:txBody>
      </p:sp>
      <p:pic>
        <p:nvPicPr>
          <p:cNvPr id="8194" name="Picture 2" descr="Sequence alignment">
            <a:extLst>
              <a:ext uri="{FF2B5EF4-FFF2-40B4-BE49-F238E27FC236}">
                <a16:creationId xmlns:a16="http://schemas.microsoft.com/office/drawing/2014/main" id="{795BFEE0-E685-9E59-70E9-B3BCB243D25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7195"/>
          <a:stretch/>
        </p:blipFill>
        <p:spPr bwMode="auto">
          <a:xfrm>
            <a:off x="436756" y="1660599"/>
            <a:ext cx="3405737" cy="2789670"/>
          </a:xfrm>
          <a:prstGeom prst="rect">
            <a:avLst/>
          </a:prstGeom>
          <a:noFill/>
          <a:effectLst>
            <a:softEdge rad="63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FA503C65-1A47-5DBF-A452-3E352E238F4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14800" y="1653165"/>
            <a:ext cx="4819650" cy="2005866"/>
          </a:xfrm>
          <a:prstGeom prst="rect">
            <a:avLst/>
          </a:prstGeom>
          <a:effectLst>
            <a:softEdge rad="38100"/>
          </a:effec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912724BE-651C-A4A8-B636-AD86AA601B94}"/>
                  </a:ext>
                </a:extLst>
              </p:cNvPr>
              <p:cNvSpPr txBox="1"/>
              <p:nvPr/>
            </p:nvSpPr>
            <p:spPr>
              <a:xfrm>
                <a:off x="4135244" y="4038600"/>
                <a:ext cx="4572000" cy="258224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342900" lvl="0" indent="-342900" algn="just" fontAlgn="base">
                  <a:spcAft>
                    <a:spcPts val="600"/>
                  </a:spcAft>
                  <a:buFont typeface="Symbol" pitchFamily="2" charset="2"/>
                  <a:buChar char="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VN" sz="1800" i="1" smtClean="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GB" sz="18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  <m:sub>
                        <m:r>
                          <a:rPr lang="en-GB" sz="18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𝑖</m:t>
                        </m:r>
                      </m:sub>
                    </m:sSub>
                    <m:r>
                      <a:rPr lang="en-GB" sz="18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, </m:t>
                    </m:r>
                    <m:sSub>
                      <m:sSubPr>
                        <m:ctrlPr>
                          <a:rPr lang="en-VN" sz="18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GB" sz="18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𝑦</m:t>
                        </m:r>
                      </m:e>
                      <m:sub>
                        <m:r>
                          <a:rPr lang="en-GB" sz="18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𝑗</m:t>
                        </m:r>
                      </m:sub>
                    </m:sSub>
                    <m:r>
                      <a:rPr lang="en-GB" sz="18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, </m:t>
                    </m:r>
                    <m:sSub>
                      <m:sSubPr>
                        <m:ctrlPr>
                          <a:rPr lang="en-VN" sz="18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GB" sz="18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𝑧</m:t>
                        </m:r>
                      </m:e>
                      <m:sub>
                        <m:r>
                          <a:rPr lang="en-GB" sz="18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𝑣</m:t>
                        </m:r>
                      </m:sub>
                    </m:sSub>
                  </m:oMath>
                </a14:m>
                <a:r>
                  <a:rPr lang="en-GB" sz="1800" i="1" dirty="0">
                    <a:effectLst/>
                    <a:latin typeface="Courier New" panose="02070309020205020404" pitchFamily="49" charset="0"/>
                    <a:ea typeface="Times New Roman" panose="02020603050405020304" pitchFamily="18" charset="0"/>
                    <a:cs typeface="Courier New" panose="02070309020205020404" pitchFamily="49" charset="0"/>
                  </a:rPr>
                  <a:t> </a:t>
                </a:r>
                <a:r>
                  <a:rPr lang="en-GB" sz="1800" dirty="0">
                    <a:effectLst/>
                    <a:latin typeface="Courier New" panose="02070309020205020404" pitchFamily="49" charset="0"/>
                    <a:ea typeface="Times New Roman" panose="02020603050405020304" pitchFamily="18" charset="0"/>
                    <a:cs typeface="Courier New" panose="02070309020205020404" pitchFamily="49" charset="0"/>
                  </a:rPr>
                  <a:t>at the same position</a:t>
                </a:r>
                <a:endParaRPr lang="en-VN" sz="1800" dirty="0">
                  <a:effectLst/>
                  <a:latin typeface="Courier New" panose="02070309020205020404" pitchFamily="49" charset="0"/>
                  <a:ea typeface="Times New Roman" panose="02020603050405020304" pitchFamily="18" charset="0"/>
                  <a:cs typeface="Courier New" panose="02070309020205020404" pitchFamily="49" charset="0"/>
                </a:endParaRPr>
              </a:p>
              <a:p>
                <a:pPr marL="342900" lvl="0" indent="-342900" algn="just" fontAlgn="base">
                  <a:spcAft>
                    <a:spcPts val="600"/>
                  </a:spcAft>
                  <a:buFont typeface="Symbol" pitchFamily="2" charset="2"/>
                  <a:buChar char="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VN" sz="18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GB" sz="18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  <m:sub>
                        <m:r>
                          <a:rPr lang="en-GB" sz="18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𝑖</m:t>
                        </m:r>
                      </m:sub>
                    </m:sSub>
                    <m:r>
                      <a:rPr lang="en-GB" sz="18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, </m:t>
                    </m:r>
                    <m:sSub>
                      <m:sSubPr>
                        <m:ctrlPr>
                          <a:rPr lang="en-VN" sz="18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GB" sz="18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𝑦</m:t>
                        </m:r>
                      </m:e>
                      <m:sub>
                        <m:r>
                          <a:rPr lang="en-GB" sz="18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𝑗</m:t>
                        </m:r>
                      </m:sub>
                    </m:sSub>
                    <m:r>
                      <a:rPr lang="en-GB" sz="18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, ′–′</m:t>
                    </m:r>
                  </m:oMath>
                </a14:m>
                <a:r>
                  <a:rPr lang="en-GB" sz="1800" i="1" dirty="0">
                    <a:effectLst/>
                    <a:latin typeface="Courier New" panose="02070309020205020404" pitchFamily="49" charset="0"/>
                    <a:ea typeface="Times New Roman" panose="02020603050405020304" pitchFamily="18" charset="0"/>
                    <a:cs typeface="Courier New" panose="02070309020205020404" pitchFamily="49" charset="0"/>
                  </a:rPr>
                  <a:t> </a:t>
                </a:r>
                <a:r>
                  <a:rPr lang="en-GB" sz="1800" dirty="0">
                    <a:effectLst/>
                    <a:latin typeface="Courier New" panose="02070309020205020404" pitchFamily="49" charset="0"/>
                    <a:ea typeface="Times New Roman" panose="02020603050405020304" pitchFamily="18" charset="0"/>
                    <a:cs typeface="Courier New" panose="02070309020205020404" pitchFamily="49" charset="0"/>
                  </a:rPr>
                  <a:t>at the same position</a:t>
                </a:r>
                <a:endParaRPr lang="en-VN" sz="1800" dirty="0">
                  <a:effectLst/>
                  <a:latin typeface="Courier New" panose="02070309020205020404" pitchFamily="49" charset="0"/>
                  <a:ea typeface="Times New Roman" panose="02020603050405020304" pitchFamily="18" charset="0"/>
                  <a:cs typeface="Courier New" panose="02070309020205020404" pitchFamily="49" charset="0"/>
                </a:endParaRPr>
              </a:p>
              <a:p>
                <a:pPr marL="342900" lvl="0" indent="-342900" algn="just" fontAlgn="base">
                  <a:spcAft>
                    <a:spcPts val="600"/>
                  </a:spcAft>
                  <a:buFont typeface="Symbol" pitchFamily="2" charset="2"/>
                  <a:buChar char="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VN" sz="18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GB" sz="18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  <m:sub>
                        <m:r>
                          <a:rPr lang="en-GB" sz="18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𝑖</m:t>
                        </m:r>
                      </m:sub>
                    </m:sSub>
                    <m:r>
                      <a:rPr lang="en-GB" sz="18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,  ′–′, </m:t>
                    </m:r>
                    <m:sSub>
                      <m:sSubPr>
                        <m:ctrlPr>
                          <a:rPr lang="en-VN" sz="18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GB" sz="18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𝑧</m:t>
                        </m:r>
                      </m:e>
                      <m:sub>
                        <m:r>
                          <a:rPr lang="en-GB" sz="18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𝑣</m:t>
                        </m:r>
                      </m:sub>
                    </m:sSub>
                  </m:oMath>
                </a14:m>
                <a:r>
                  <a:rPr lang="en-GB" sz="1800" dirty="0">
                    <a:effectLst/>
                    <a:latin typeface="Courier New" panose="02070309020205020404" pitchFamily="49" charset="0"/>
                    <a:ea typeface="Times New Roman" panose="02020603050405020304" pitchFamily="18" charset="0"/>
                    <a:cs typeface="Courier New" panose="02070309020205020404" pitchFamily="49" charset="0"/>
                  </a:rPr>
                  <a:t> at the same position</a:t>
                </a:r>
                <a:endParaRPr lang="en-VN" sz="1800" dirty="0">
                  <a:effectLst/>
                  <a:latin typeface="Courier New" panose="02070309020205020404" pitchFamily="49" charset="0"/>
                  <a:ea typeface="Times New Roman" panose="02020603050405020304" pitchFamily="18" charset="0"/>
                  <a:cs typeface="Courier New" panose="02070309020205020404" pitchFamily="49" charset="0"/>
                </a:endParaRPr>
              </a:p>
              <a:p>
                <a:pPr marL="342900" lvl="0" indent="-342900" algn="just" fontAlgn="base">
                  <a:spcAft>
                    <a:spcPts val="600"/>
                  </a:spcAft>
                  <a:buFont typeface="Symbol" pitchFamily="2" charset="2"/>
                  <a:buChar char="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VN" sz="18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GB" sz="18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  <m:sub>
                        <m:r>
                          <a:rPr lang="en-GB" sz="18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𝑖</m:t>
                        </m:r>
                      </m:sub>
                    </m:sSub>
                    <m:r>
                      <a:rPr lang="en-GB" sz="18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, ′–′, ′–′ </m:t>
                    </m:r>
                  </m:oMath>
                </a14:m>
                <a:r>
                  <a:rPr lang="en-GB" sz="1800" dirty="0">
                    <a:effectLst/>
                    <a:latin typeface="Courier New" panose="02070309020205020404" pitchFamily="49" charset="0"/>
                    <a:ea typeface="Times New Roman" panose="02020603050405020304" pitchFamily="18" charset="0"/>
                    <a:cs typeface="Courier New" panose="02070309020205020404" pitchFamily="49" charset="0"/>
                  </a:rPr>
                  <a:t> at the same position</a:t>
                </a:r>
                <a:endParaRPr lang="en-VN" sz="1800" dirty="0">
                  <a:effectLst/>
                  <a:latin typeface="Courier New" panose="02070309020205020404" pitchFamily="49" charset="0"/>
                  <a:ea typeface="Times New Roman" panose="02020603050405020304" pitchFamily="18" charset="0"/>
                  <a:cs typeface="Courier New" panose="02070309020205020404" pitchFamily="49" charset="0"/>
                </a:endParaRPr>
              </a:p>
              <a:p>
                <a:pPr marL="342900" lvl="0" indent="-342900" algn="just" fontAlgn="base">
                  <a:spcAft>
                    <a:spcPts val="600"/>
                  </a:spcAft>
                  <a:buFont typeface="Symbol" pitchFamily="2" charset="2"/>
                  <a:buChar char=""/>
                </a:pPr>
                <a14:m>
                  <m:oMath xmlns:m="http://schemas.openxmlformats.org/officeDocument/2006/math">
                    <m:r>
                      <a:rPr lang="en-GB" sz="18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′–′  , </m:t>
                    </m:r>
                    <m:sSub>
                      <m:sSubPr>
                        <m:ctrlPr>
                          <a:rPr lang="en-VN" sz="18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GB" sz="18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𝑦</m:t>
                        </m:r>
                      </m:e>
                      <m:sub>
                        <m:r>
                          <a:rPr lang="en-GB" sz="18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𝑗</m:t>
                        </m:r>
                      </m:sub>
                    </m:sSub>
                    <m:r>
                      <a:rPr lang="en-GB" sz="18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, </m:t>
                    </m:r>
                    <m:sSub>
                      <m:sSubPr>
                        <m:ctrlPr>
                          <a:rPr lang="en-VN" sz="18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GB" sz="18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𝑧</m:t>
                        </m:r>
                      </m:e>
                      <m:sub>
                        <m:r>
                          <a:rPr lang="en-GB" sz="18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𝑣</m:t>
                        </m:r>
                      </m:sub>
                    </m:sSub>
                  </m:oMath>
                </a14:m>
                <a:r>
                  <a:rPr lang="en-GB" sz="1800" dirty="0">
                    <a:effectLst/>
                    <a:latin typeface="Courier New" panose="02070309020205020404" pitchFamily="49" charset="0"/>
                    <a:ea typeface="Times New Roman" panose="02020603050405020304" pitchFamily="18" charset="0"/>
                    <a:cs typeface="Courier New" panose="02070309020205020404" pitchFamily="49" charset="0"/>
                  </a:rPr>
                  <a:t> at the same position</a:t>
                </a:r>
                <a:endParaRPr lang="en-VN" sz="1800" dirty="0">
                  <a:effectLst/>
                  <a:latin typeface="Courier New" panose="02070309020205020404" pitchFamily="49" charset="0"/>
                  <a:ea typeface="Times New Roman" panose="02020603050405020304" pitchFamily="18" charset="0"/>
                  <a:cs typeface="Courier New" panose="02070309020205020404" pitchFamily="49" charset="0"/>
                </a:endParaRPr>
              </a:p>
              <a:p>
                <a:pPr marL="342900" lvl="0" indent="-342900" algn="just" fontAlgn="base">
                  <a:spcAft>
                    <a:spcPts val="600"/>
                  </a:spcAft>
                  <a:buFont typeface="Symbol" pitchFamily="2" charset="2"/>
                  <a:buChar char=""/>
                </a:pPr>
                <a14:m>
                  <m:oMath xmlns:m="http://schemas.openxmlformats.org/officeDocument/2006/math">
                    <m:r>
                      <a:rPr lang="en-GB" sz="18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′–′  , </m:t>
                    </m:r>
                    <m:sSub>
                      <m:sSubPr>
                        <m:ctrlPr>
                          <a:rPr lang="en-VN" sz="18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GB" sz="18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𝑦</m:t>
                        </m:r>
                      </m:e>
                      <m:sub>
                        <m:r>
                          <a:rPr lang="en-GB" sz="18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𝑗</m:t>
                        </m:r>
                      </m:sub>
                    </m:sSub>
                    <m:r>
                      <a:rPr lang="en-GB" sz="18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, ′–′</m:t>
                    </m:r>
                  </m:oMath>
                </a14:m>
                <a:r>
                  <a:rPr lang="en-GB" sz="1800" dirty="0">
                    <a:effectLst/>
                    <a:latin typeface="Courier New" panose="02070309020205020404" pitchFamily="49" charset="0"/>
                    <a:ea typeface="Times New Roman" panose="02020603050405020304" pitchFamily="18" charset="0"/>
                    <a:cs typeface="Courier New" panose="02070309020205020404" pitchFamily="49" charset="0"/>
                  </a:rPr>
                  <a:t> at the same position</a:t>
                </a:r>
                <a:endParaRPr lang="en-VN" sz="1800" dirty="0">
                  <a:effectLst/>
                  <a:latin typeface="Courier New" panose="02070309020205020404" pitchFamily="49" charset="0"/>
                  <a:ea typeface="Times New Roman" panose="02020603050405020304" pitchFamily="18" charset="0"/>
                  <a:cs typeface="Courier New" panose="02070309020205020404" pitchFamily="49" charset="0"/>
                </a:endParaRPr>
              </a:p>
              <a:p>
                <a:pPr marL="342900" lvl="0" indent="-342900" algn="just" fontAlgn="base">
                  <a:spcAft>
                    <a:spcPts val="600"/>
                  </a:spcAft>
                  <a:buFont typeface="Symbol" pitchFamily="2" charset="2"/>
                  <a:buChar char=""/>
                </a:pPr>
                <a14:m>
                  <m:oMath xmlns:m="http://schemas.openxmlformats.org/officeDocument/2006/math">
                    <m:r>
                      <a:rPr lang="en-GB" sz="18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′–′  ,  ′–′, </m:t>
                    </m:r>
                    <m:sSub>
                      <m:sSubPr>
                        <m:ctrlPr>
                          <a:rPr lang="en-VN" sz="18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GB" sz="18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𝑧</m:t>
                        </m:r>
                      </m:e>
                      <m:sub>
                        <m:r>
                          <a:rPr lang="en-GB" sz="18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𝑣</m:t>
                        </m:r>
                      </m:sub>
                    </m:sSub>
                  </m:oMath>
                </a14:m>
                <a:r>
                  <a:rPr lang="en-GB" sz="1800" dirty="0">
                    <a:effectLst/>
                    <a:latin typeface="Courier New" panose="02070309020205020404" pitchFamily="49" charset="0"/>
                    <a:ea typeface="Times New Roman" panose="02020603050405020304" pitchFamily="18" charset="0"/>
                    <a:cs typeface="Courier New" panose="02070309020205020404" pitchFamily="49" charset="0"/>
                  </a:rPr>
                  <a:t> at the same position</a:t>
                </a:r>
                <a:endParaRPr lang="en-VN" sz="1800" dirty="0">
                  <a:effectLst/>
                  <a:latin typeface="Courier New" panose="02070309020205020404" pitchFamily="49" charset="0"/>
                  <a:ea typeface="Times New Roman" panose="02020603050405020304" pitchFamily="18" charset="0"/>
                  <a:cs typeface="Courier New" panose="02070309020205020404" pitchFamily="49" charset="0"/>
                </a:endParaRP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912724BE-651C-A4A8-B636-AD86AA601B9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35244" y="4038600"/>
                <a:ext cx="4572000" cy="2582245"/>
              </a:xfrm>
              <a:prstGeom prst="rect">
                <a:avLst/>
              </a:prstGeom>
              <a:blipFill>
                <a:blip r:embed="rId5"/>
                <a:stretch>
                  <a:fillRect l="-1108" t="-1961" b="-2941"/>
                </a:stretch>
              </a:blipFill>
            </p:spPr>
            <p:txBody>
              <a:bodyPr/>
              <a:lstStyle/>
              <a:p>
                <a:r>
                  <a:rPr lang="en-V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9714703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6B6B4024-EF92-4E47-9B95-F8F2003CD095}"/>
              </a:ext>
            </a:extLst>
          </p:cNvPr>
          <p:cNvSpPr txBox="1"/>
          <p:nvPr/>
        </p:nvSpPr>
        <p:spPr>
          <a:xfrm>
            <a:off x="457200" y="552782"/>
            <a:ext cx="82296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en-US" sz="3200" dirty="0">
                <a:latin typeface="+mj-lt"/>
              </a:rPr>
              <a:t>Dynamic programming to align three sequences</a:t>
            </a:r>
            <a:endParaRPr lang="en-VN" sz="3200" dirty="0">
              <a:latin typeface="+mj-lt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FA503C65-1A47-5DBF-A452-3E352E238F4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0" y="1653165"/>
            <a:ext cx="4819650" cy="2005866"/>
          </a:xfrm>
          <a:prstGeom prst="rect">
            <a:avLst/>
          </a:prstGeom>
          <a:effectLst>
            <a:softEdge rad="38100"/>
          </a:effec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912724BE-651C-A4A8-B636-AD86AA601B94}"/>
                  </a:ext>
                </a:extLst>
              </p:cNvPr>
              <p:cNvSpPr txBox="1"/>
              <p:nvPr/>
            </p:nvSpPr>
            <p:spPr>
              <a:xfrm>
                <a:off x="4135244" y="4038600"/>
                <a:ext cx="4572000" cy="258224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342900" lvl="0" indent="-342900" algn="just" fontAlgn="base">
                  <a:spcAft>
                    <a:spcPts val="600"/>
                  </a:spcAft>
                  <a:buFont typeface="Symbol" pitchFamily="2" charset="2"/>
                  <a:buChar char="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VN" sz="1800" i="1" smtClean="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GB" sz="18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  <m:sub>
                        <m:r>
                          <a:rPr lang="en-GB" sz="18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𝑖</m:t>
                        </m:r>
                      </m:sub>
                    </m:sSub>
                    <m:r>
                      <a:rPr lang="en-GB" sz="18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, </m:t>
                    </m:r>
                    <m:sSub>
                      <m:sSubPr>
                        <m:ctrlPr>
                          <a:rPr lang="en-VN" sz="18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GB" sz="18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𝑦</m:t>
                        </m:r>
                      </m:e>
                      <m:sub>
                        <m:r>
                          <a:rPr lang="en-GB" sz="18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𝑗</m:t>
                        </m:r>
                      </m:sub>
                    </m:sSub>
                    <m:r>
                      <a:rPr lang="en-GB" sz="18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, </m:t>
                    </m:r>
                    <m:sSub>
                      <m:sSubPr>
                        <m:ctrlPr>
                          <a:rPr lang="en-VN" sz="18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GB" sz="18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𝑧</m:t>
                        </m:r>
                      </m:e>
                      <m:sub>
                        <m:r>
                          <a:rPr lang="en-GB" sz="18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𝑣</m:t>
                        </m:r>
                      </m:sub>
                    </m:sSub>
                  </m:oMath>
                </a14:m>
                <a:r>
                  <a:rPr lang="en-GB" sz="1800" i="1" dirty="0">
                    <a:effectLst/>
                    <a:latin typeface="Courier New" panose="02070309020205020404" pitchFamily="49" charset="0"/>
                    <a:ea typeface="Times New Roman" panose="02020603050405020304" pitchFamily="18" charset="0"/>
                    <a:cs typeface="Courier New" panose="02070309020205020404" pitchFamily="49" charset="0"/>
                  </a:rPr>
                  <a:t> </a:t>
                </a:r>
                <a:r>
                  <a:rPr lang="en-GB" sz="1800" dirty="0">
                    <a:effectLst/>
                    <a:latin typeface="Courier New" panose="02070309020205020404" pitchFamily="49" charset="0"/>
                    <a:ea typeface="Times New Roman" panose="02020603050405020304" pitchFamily="18" charset="0"/>
                    <a:cs typeface="Courier New" panose="02070309020205020404" pitchFamily="49" charset="0"/>
                  </a:rPr>
                  <a:t>at the same position</a:t>
                </a:r>
                <a:endParaRPr lang="en-VN" sz="1800" dirty="0">
                  <a:effectLst/>
                  <a:latin typeface="Courier New" panose="02070309020205020404" pitchFamily="49" charset="0"/>
                  <a:ea typeface="Times New Roman" panose="02020603050405020304" pitchFamily="18" charset="0"/>
                  <a:cs typeface="Courier New" panose="02070309020205020404" pitchFamily="49" charset="0"/>
                </a:endParaRPr>
              </a:p>
              <a:p>
                <a:pPr marL="342900" lvl="0" indent="-342900" algn="just" fontAlgn="base">
                  <a:spcAft>
                    <a:spcPts val="600"/>
                  </a:spcAft>
                  <a:buFont typeface="Symbol" pitchFamily="2" charset="2"/>
                  <a:buChar char="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VN" sz="18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GB" sz="18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  <m:sub>
                        <m:r>
                          <a:rPr lang="en-GB" sz="18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𝑖</m:t>
                        </m:r>
                      </m:sub>
                    </m:sSub>
                    <m:r>
                      <a:rPr lang="en-GB" sz="18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, </m:t>
                    </m:r>
                    <m:sSub>
                      <m:sSubPr>
                        <m:ctrlPr>
                          <a:rPr lang="en-VN" sz="18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GB" sz="18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𝑦</m:t>
                        </m:r>
                      </m:e>
                      <m:sub>
                        <m:r>
                          <a:rPr lang="en-GB" sz="18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𝑗</m:t>
                        </m:r>
                      </m:sub>
                    </m:sSub>
                    <m:r>
                      <a:rPr lang="en-GB" sz="18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, ′–′</m:t>
                    </m:r>
                  </m:oMath>
                </a14:m>
                <a:r>
                  <a:rPr lang="en-GB" sz="1800" i="1" dirty="0">
                    <a:effectLst/>
                    <a:latin typeface="Courier New" panose="02070309020205020404" pitchFamily="49" charset="0"/>
                    <a:ea typeface="Times New Roman" panose="02020603050405020304" pitchFamily="18" charset="0"/>
                    <a:cs typeface="Courier New" panose="02070309020205020404" pitchFamily="49" charset="0"/>
                  </a:rPr>
                  <a:t> </a:t>
                </a:r>
                <a:r>
                  <a:rPr lang="en-GB" sz="1800" dirty="0">
                    <a:effectLst/>
                    <a:latin typeface="Courier New" panose="02070309020205020404" pitchFamily="49" charset="0"/>
                    <a:ea typeface="Times New Roman" panose="02020603050405020304" pitchFamily="18" charset="0"/>
                    <a:cs typeface="Courier New" panose="02070309020205020404" pitchFamily="49" charset="0"/>
                  </a:rPr>
                  <a:t>at the same position</a:t>
                </a:r>
                <a:endParaRPr lang="en-VN" sz="1800" dirty="0">
                  <a:effectLst/>
                  <a:latin typeface="Courier New" panose="02070309020205020404" pitchFamily="49" charset="0"/>
                  <a:ea typeface="Times New Roman" panose="02020603050405020304" pitchFamily="18" charset="0"/>
                  <a:cs typeface="Courier New" panose="02070309020205020404" pitchFamily="49" charset="0"/>
                </a:endParaRPr>
              </a:p>
              <a:p>
                <a:pPr marL="342900" lvl="0" indent="-342900" algn="just" fontAlgn="base">
                  <a:spcAft>
                    <a:spcPts val="600"/>
                  </a:spcAft>
                  <a:buFont typeface="Symbol" pitchFamily="2" charset="2"/>
                  <a:buChar char="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VN" sz="18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GB" sz="18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  <m:sub>
                        <m:r>
                          <a:rPr lang="en-GB" sz="18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𝑖</m:t>
                        </m:r>
                      </m:sub>
                    </m:sSub>
                    <m:r>
                      <a:rPr lang="en-GB" sz="18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,  ′–′, </m:t>
                    </m:r>
                    <m:sSub>
                      <m:sSubPr>
                        <m:ctrlPr>
                          <a:rPr lang="en-VN" sz="18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GB" sz="18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𝑧</m:t>
                        </m:r>
                      </m:e>
                      <m:sub>
                        <m:r>
                          <a:rPr lang="en-GB" sz="18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𝑣</m:t>
                        </m:r>
                      </m:sub>
                    </m:sSub>
                  </m:oMath>
                </a14:m>
                <a:r>
                  <a:rPr lang="en-GB" sz="1800" dirty="0">
                    <a:effectLst/>
                    <a:latin typeface="Courier New" panose="02070309020205020404" pitchFamily="49" charset="0"/>
                    <a:ea typeface="Times New Roman" panose="02020603050405020304" pitchFamily="18" charset="0"/>
                    <a:cs typeface="Courier New" panose="02070309020205020404" pitchFamily="49" charset="0"/>
                  </a:rPr>
                  <a:t> at the same position</a:t>
                </a:r>
                <a:endParaRPr lang="en-VN" sz="1800" dirty="0">
                  <a:effectLst/>
                  <a:latin typeface="Courier New" panose="02070309020205020404" pitchFamily="49" charset="0"/>
                  <a:ea typeface="Times New Roman" panose="02020603050405020304" pitchFamily="18" charset="0"/>
                  <a:cs typeface="Courier New" panose="02070309020205020404" pitchFamily="49" charset="0"/>
                </a:endParaRPr>
              </a:p>
              <a:p>
                <a:pPr marL="342900" lvl="0" indent="-342900" algn="just" fontAlgn="base">
                  <a:spcAft>
                    <a:spcPts val="600"/>
                  </a:spcAft>
                  <a:buFont typeface="Symbol" pitchFamily="2" charset="2"/>
                  <a:buChar char="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VN" sz="18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GB" sz="18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  <m:sub>
                        <m:r>
                          <a:rPr lang="en-GB" sz="18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𝑖</m:t>
                        </m:r>
                      </m:sub>
                    </m:sSub>
                    <m:r>
                      <a:rPr lang="en-GB" sz="18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, ′–′, ′–′ </m:t>
                    </m:r>
                  </m:oMath>
                </a14:m>
                <a:r>
                  <a:rPr lang="en-GB" sz="1800" dirty="0">
                    <a:effectLst/>
                    <a:latin typeface="Courier New" panose="02070309020205020404" pitchFamily="49" charset="0"/>
                    <a:ea typeface="Times New Roman" panose="02020603050405020304" pitchFamily="18" charset="0"/>
                    <a:cs typeface="Courier New" panose="02070309020205020404" pitchFamily="49" charset="0"/>
                  </a:rPr>
                  <a:t> at the same position</a:t>
                </a:r>
                <a:endParaRPr lang="en-VN" sz="1800" dirty="0">
                  <a:effectLst/>
                  <a:latin typeface="Courier New" panose="02070309020205020404" pitchFamily="49" charset="0"/>
                  <a:ea typeface="Times New Roman" panose="02020603050405020304" pitchFamily="18" charset="0"/>
                  <a:cs typeface="Courier New" panose="02070309020205020404" pitchFamily="49" charset="0"/>
                </a:endParaRPr>
              </a:p>
              <a:p>
                <a:pPr marL="342900" lvl="0" indent="-342900" algn="just" fontAlgn="base">
                  <a:spcAft>
                    <a:spcPts val="600"/>
                  </a:spcAft>
                  <a:buFont typeface="Symbol" pitchFamily="2" charset="2"/>
                  <a:buChar char=""/>
                </a:pPr>
                <a14:m>
                  <m:oMath xmlns:m="http://schemas.openxmlformats.org/officeDocument/2006/math">
                    <m:r>
                      <a:rPr lang="en-GB" sz="18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′–′  , </m:t>
                    </m:r>
                    <m:sSub>
                      <m:sSubPr>
                        <m:ctrlPr>
                          <a:rPr lang="en-VN" sz="18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GB" sz="18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𝑦</m:t>
                        </m:r>
                      </m:e>
                      <m:sub>
                        <m:r>
                          <a:rPr lang="en-GB" sz="18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𝑗</m:t>
                        </m:r>
                      </m:sub>
                    </m:sSub>
                    <m:r>
                      <a:rPr lang="en-GB" sz="18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, </m:t>
                    </m:r>
                    <m:sSub>
                      <m:sSubPr>
                        <m:ctrlPr>
                          <a:rPr lang="en-VN" sz="18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GB" sz="18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𝑧</m:t>
                        </m:r>
                      </m:e>
                      <m:sub>
                        <m:r>
                          <a:rPr lang="en-GB" sz="18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𝑣</m:t>
                        </m:r>
                      </m:sub>
                    </m:sSub>
                  </m:oMath>
                </a14:m>
                <a:r>
                  <a:rPr lang="en-GB" sz="1800" dirty="0">
                    <a:effectLst/>
                    <a:latin typeface="Courier New" panose="02070309020205020404" pitchFamily="49" charset="0"/>
                    <a:ea typeface="Times New Roman" panose="02020603050405020304" pitchFamily="18" charset="0"/>
                    <a:cs typeface="Courier New" panose="02070309020205020404" pitchFamily="49" charset="0"/>
                  </a:rPr>
                  <a:t> at the same position</a:t>
                </a:r>
                <a:endParaRPr lang="en-VN" sz="1800" dirty="0">
                  <a:effectLst/>
                  <a:latin typeface="Courier New" panose="02070309020205020404" pitchFamily="49" charset="0"/>
                  <a:ea typeface="Times New Roman" panose="02020603050405020304" pitchFamily="18" charset="0"/>
                  <a:cs typeface="Courier New" panose="02070309020205020404" pitchFamily="49" charset="0"/>
                </a:endParaRPr>
              </a:p>
              <a:p>
                <a:pPr marL="342900" lvl="0" indent="-342900" algn="just" fontAlgn="base">
                  <a:spcAft>
                    <a:spcPts val="600"/>
                  </a:spcAft>
                  <a:buFont typeface="Symbol" pitchFamily="2" charset="2"/>
                  <a:buChar char=""/>
                </a:pPr>
                <a14:m>
                  <m:oMath xmlns:m="http://schemas.openxmlformats.org/officeDocument/2006/math">
                    <m:r>
                      <a:rPr lang="en-GB" sz="18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′–′  , </m:t>
                    </m:r>
                    <m:sSub>
                      <m:sSubPr>
                        <m:ctrlPr>
                          <a:rPr lang="en-VN" sz="18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GB" sz="18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𝑦</m:t>
                        </m:r>
                      </m:e>
                      <m:sub>
                        <m:r>
                          <a:rPr lang="en-GB" sz="18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𝑗</m:t>
                        </m:r>
                      </m:sub>
                    </m:sSub>
                    <m:r>
                      <a:rPr lang="en-GB" sz="18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, ′–′</m:t>
                    </m:r>
                  </m:oMath>
                </a14:m>
                <a:r>
                  <a:rPr lang="en-GB" sz="1800" dirty="0">
                    <a:effectLst/>
                    <a:latin typeface="Courier New" panose="02070309020205020404" pitchFamily="49" charset="0"/>
                    <a:ea typeface="Times New Roman" panose="02020603050405020304" pitchFamily="18" charset="0"/>
                    <a:cs typeface="Courier New" panose="02070309020205020404" pitchFamily="49" charset="0"/>
                  </a:rPr>
                  <a:t> at the same position</a:t>
                </a:r>
                <a:endParaRPr lang="en-VN" sz="1800" dirty="0">
                  <a:effectLst/>
                  <a:latin typeface="Courier New" panose="02070309020205020404" pitchFamily="49" charset="0"/>
                  <a:ea typeface="Times New Roman" panose="02020603050405020304" pitchFamily="18" charset="0"/>
                  <a:cs typeface="Courier New" panose="02070309020205020404" pitchFamily="49" charset="0"/>
                </a:endParaRPr>
              </a:p>
              <a:p>
                <a:pPr marL="342900" lvl="0" indent="-342900" algn="just" fontAlgn="base">
                  <a:spcAft>
                    <a:spcPts val="600"/>
                  </a:spcAft>
                  <a:buFont typeface="Symbol" pitchFamily="2" charset="2"/>
                  <a:buChar char=""/>
                </a:pPr>
                <a14:m>
                  <m:oMath xmlns:m="http://schemas.openxmlformats.org/officeDocument/2006/math">
                    <m:r>
                      <a:rPr lang="en-GB" sz="18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′–′  ,  ′–′, </m:t>
                    </m:r>
                    <m:sSub>
                      <m:sSubPr>
                        <m:ctrlPr>
                          <a:rPr lang="en-VN" sz="18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GB" sz="18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𝑧</m:t>
                        </m:r>
                      </m:e>
                      <m:sub>
                        <m:r>
                          <a:rPr lang="en-GB" sz="18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𝑣</m:t>
                        </m:r>
                      </m:sub>
                    </m:sSub>
                  </m:oMath>
                </a14:m>
                <a:r>
                  <a:rPr lang="en-GB" sz="1800" dirty="0">
                    <a:effectLst/>
                    <a:latin typeface="Courier New" panose="02070309020205020404" pitchFamily="49" charset="0"/>
                    <a:ea typeface="Times New Roman" panose="02020603050405020304" pitchFamily="18" charset="0"/>
                    <a:cs typeface="Courier New" panose="02070309020205020404" pitchFamily="49" charset="0"/>
                  </a:rPr>
                  <a:t> at the same position</a:t>
                </a:r>
                <a:endParaRPr lang="en-VN" sz="1800" dirty="0">
                  <a:effectLst/>
                  <a:latin typeface="Courier New" panose="02070309020205020404" pitchFamily="49" charset="0"/>
                  <a:ea typeface="Times New Roman" panose="02020603050405020304" pitchFamily="18" charset="0"/>
                  <a:cs typeface="Courier New" panose="02070309020205020404" pitchFamily="49" charset="0"/>
                </a:endParaRP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912724BE-651C-A4A8-B636-AD86AA601B9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35244" y="4038600"/>
                <a:ext cx="4572000" cy="2582245"/>
              </a:xfrm>
              <a:prstGeom prst="rect">
                <a:avLst/>
              </a:prstGeom>
              <a:blipFill>
                <a:blip r:embed="rId4"/>
                <a:stretch>
                  <a:fillRect l="-1108" t="-1961" b="-2941"/>
                </a:stretch>
              </a:blipFill>
            </p:spPr>
            <p:txBody>
              <a:bodyPr/>
              <a:lstStyle/>
              <a:p>
                <a:r>
                  <a:rPr lang="en-V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A972D435-C9FA-AD5B-CFDD-519F2780DA49}"/>
                  </a:ext>
                </a:extLst>
              </p:cNvPr>
              <p:cNvSpPr txBox="1"/>
              <p:nvPr/>
            </p:nvSpPr>
            <p:spPr>
              <a:xfrm>
                <a:off x="457200" y="1802018"/>
                <a:ext cx="3657600" cy="249299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en-US" sz="1800" dirty="0">
                    <a:effectLst/>
                    <a:latin typeface="Courier New" panose="02070309020205020404" pitchFamily="49" charset="0"/>
                    <a:ea typeface="Times New Roman" panose="02020603050405020304" pitchFamily="18" charset="0"/>
                    <a:cs typeface="Courier New" panose="02070309020205020404" pitchFamily="49" charset="0"/>
                  </a:rPr>
                  <a:t>Calculate the </a:t>
                </a:r>
                <a14:m>
                  <m:oMath xmlns:m="http://schemas.openxmlformats.org/officeDocument/2006/math">
                    <m:r>
                      <a:rPr lang="en-US" sz="1800" i="1" dirty="0" smtClean="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Courier New" panose="02070309020205020404" pitchFamily="49" charset="0"/>
                      </a:rPr>
                      <m:t>𝐹</m:t>
                    </m:r>
                    <m:r>
                      <a:rPr lang="en-US" sz="1800" i="1" dirty="0" smtClean="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Courier New" panose="02070309020205020404" pitchFamily="49" charset="0"/>
                      </a:rPr>
                      <m:t>(</m:t>
                    </m:r>
                    <m:r>
                      <a:rPr lang="en-US" sz="1800" i="1" dirty="0" err="1" smtClean="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Courier New" panose="02070309020205020404" pitchFamily="49" charset="0"/>
                      </a:rPr>
                      <m:t>𝑖</m:t>
                    </m:r>
                    <m:r>
                      <a:rPr lang="en-US" sz="1800" i="1" dirty="0" err="1" smtClean="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Courier New" panose="02070309020205020404" pitchFamily="49" charset="0"/>
                      </a:rPr>
                      <m:t>,</m:t>
                    </m:r>
                    <m:r>
                      <a:rPr lang="en-US" sz="1800" i="1" dirty="0" err="1" smtClean="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Courier New" panose="02070309020205020404" pitchFamily="49" charset="0"/>
                      </a:rPr>
                      <m:t>𝑗</m:t>
                    </m:r>
                    <m:r>
                      <a:rPr lang="en-US" sz="1800" i="1" dirty="0" err="1" smtClean="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Courier New" panose="02070309020205020404" pitchFamily="49" charset="0"/>
                      </a:rPr>
                      <m:t>,</m:t>
                    </m:r>
                    <m:r>
                      <a:rPr lang="en-US" sz="1800" i="1" dirty="0" err="1" smtClean="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Courier New" panose="02070309020205020404" pitchFamily="49" charset="0"/>
                      </a:rPr>
                      <m:t>𝑣</m:t>
                    </m:r>
                    <m:r>
                      <a:rPr lang="en-US" sz="1800" i="1" dirty="0" smtClean="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Courier New" panose="02070309020205020404" pitchFamily="49" charset="0"/>
                      </a:rPr>
                      <m:t>)  </m:t>
                    </m:r>
                  </m:oMath>
                </a14:m>
                <a:r>
                  <a:rPr lang="en-US" sz="1800" dirty="0">
                    <a:effectLst/>
                    <a:latin typeface="Courier New" panose="02070309020205020404" pitchFamily="49" charset="0"/>
                    <a:ea typeface="Times New Roman" panose="02020603050405020304" pitchFamily="18" charset="0"/>
                    <a:cs typeface="Courier New" panose="02070309020205020404" pitchFamily="49" charset="0"/>
                  </a:rPr>
                  <a:t>scores and align the three following sequences</a:t>
                </a:r>
              </a:p>
              <a:p>
                <a:pPr marL="285750" indent="-285750" algn="just">
                  <a:spcBef>
                    <a:spcPts val="600"/>
                  </a:spcBef>
                  <a:spcAft>
                    <a:spcPts val="600"/>
                  </a:spcAft>
                  <a:buFont typeface="Courier New" panose="02070309020205020404" pitchFamily="49" charset="0"/>
                  <a:buChar char="o"/>
                </a:pPr>
                <a14:m>
                  <m:oMath xmlns:m="http://schemas.openxmlformats.org/officeDocument/2006/math">
                    <m:r>
                      <a:rPr lang="en-US" sz="1800" i="1" smtClean="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𝑋</m:t>
                    </m:r>
                  </m:oMath>
                </a14:m>
                <a:r>
                  <a:rPr lang="en-US" sz="1800" dirty="0">
                    <a:effectLst/>
                    <a:latin typeface="Courier New" panose="02070309020205020404" pitchFamily="49" charset="0"/>
                    <a:ea typeface="Times New Roman" panose="02020603050405020304" pitchFamily="18" charset="0"/>
                    <a:cs typeface="Courier New" panose="02070309020205020404" pitchFamily="49" charset="0"/>
                  </a:rPr>
                  <a:t> = AGCT</a:t>
                </a:r>
                <a:endParaRPr lang="en-VN" sz="1800" dirty="0">
                  <a:effectLst/>
                  <a:latin typeface="Courier New" panose="02070309020205020404" pitchFamily="49" charset="0"/>
                  <a:ea typeface="Times New Roman" panose="02020603050405020304" pitchFamily="18" charset="0"/>
                  <a:cs typeface="Courier New" panose="02070309020205020404" pitchFamily="49" charset="0"/>
                </a:endParaRPr>
              </a:p>
              <a:p>
                <a:pPr marL="285750" indent="-285750" algn="just">
                  <a:spcBef>
                    <a:spcPts val="600"/>
                  </a:spcBef>
                  <a:spcAft>
                    <a:spcPts val="600"/>
                  </a:spcAft>
                  <a:buFont typeface="Courier New" panose="02070309020205020404" pitchFamily="49" charset="0"/>
                  <a:buChar char="o"/>
                </a:pPr>
                <a14:m>
                  <m:oMath xmlns:m="http://schemas.openxmlformats.org/officeDocument/2006/math">
                    <m:r>
                      <a:rPr lang="en-US" sz="18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𝑌</m:t>
                    </m:r>
                  </m:oMath>
                </a14:m>
                <a:r>
                  <a:rPr lang="en-US" sz="1800" dirty="0">
                    <a:effectLst/>
                    <a:latin typeface="Courier New" panose="02070309020205020404" pitchFamily="49" charset="0"/>
                    <a:ea typeface="Times New Roman" panose="02020603050405020304" pitchFamily="18" charset="0"/>
                    <a:cs typeface="Courier New" panose="02070309020205020404" pitchFamily="49" charset="0"/>
                  </a:rPr>
                  <a:t> = ACT</a:t>
                </a:r>
                <a:endParaRPr lang="en-VN" sz="1800" dirty="0">
                  <a:effectLst/>
                  <a:latin typeface="Courier New" panose="02070309020205020404" pitchFamily="49" charset="0"/>
                  <a:ea typeface="Times New Roman" panose="02020603050405020304" pitchFamily="18" charset="0"/>
                  <a:cs typeface="Courier New" panose="02070309020205020404" pitchFamily="49" charset="0"/>
                </a:endParaRPr>
              </a:p>
              <a:p>
                <a:pPr marL="285750" indent="-285750" algn="just">
                  <a:spcBef>
                    <a:spcPts val="600"/>
                  </a:spcBef>
                  <a:spcAft>
                    <a:spcPts val="600"/>
                  </a:spcAft>
                  <a:buFont typeface="Courier New" panose="02070309020205020404" pitchFamily="49" charset="0"/>
                  <a:buChar char="o"/>
                </a:pPr>
                <a14:m>
                  <m:oMath xmlns:m="http://schemas.openxmlformats.org/officeDocument/2006/math">
                    <m:r>
                      <a:rPr lang="en-US" sz="18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𝑍</m:t>
                    </m:r>
                  </m:oMath>
                </a14:m>
                <a:r>
                  <a:rPr lang="en-US" sz="1800" dirty="0">
                    <a:effectLst/>
                    <a:latin typeface="Courier New" panose="02070309020205020404" pitchFamily="49" charset="0"/>
                    <a:ea typeface="Times New Roman" panose="02020603050405020304" pitchFamily="18" charset="0"/>
                    <a:cs typeface="Courier New" panose="02070309020205020404" pitchFamily="49" charset="0"/>
                  </a:rPr>
                  <a:t> = GCT</a:t>
                </a:r>
                <a:endParaRPr lang="en-VN" sz="1800" dirty="0">
                  <a:effectLst/>
                  <a:latin typeface="Courier New" panose="02070309020205020404" pitchFamily="49" charset="0"/>
                  <a:ea typeface="Times New Roman" panose="02020603050405020304" pitchFamily="18" charset="0"/>
                  <a:cs typeface="Courier New" panose="02070309020205020404" pitchFamily="49" charset="0"/>
                </a:endParaRPr>
              </a:p>
            </p:txBody>
          </p:sp>
        </mc:Choice>
        <mc:Fallback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A972D435-C9FA-AD5B-CFDD-519F2780DA4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200" y="1802018"/>
                <a:ext cx="3657600" cy="2492990"/>
              </a:xfrm>
              <a:prstGeom prst="rect">
                <a:avLst/>
              </a:prstGeom>
              <a:blipFill>
                <a:blip r:embed="rId5"/>
                <a:stretch>
                  <a:fillRect l="-1389" t="-1523" b="-3046"/>
                </a:stretch>
              </a:blipFill>
            </p:spPr>
            <p:txBody>
              <a:bodyPr/>
              <a:lstStyle/>
              <a:p>
                <a:r>
                  <a:rPr lang="en-V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4604319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6B6B4024-EF92-4E47-9B95-F8F2003CD095}"/>
              </a:ext>
            </a:extLst>
          </p:cNvPr>
          <p:cNvSpPr txBox="1"/>
          <p:nvPr/>
        </p:nvSpPr>
        <p:spPr>
          <a:xfrm>
            <a:off x="457200" y="552782"/>
            <a:ext cx="82296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en-US" sz="3200" dirty="0">
                <a:latin typeface="+mj-lt"/>
              </a:rPr>
              <a:t>Progressive alignment</a:t>
            </a:r>
            <a:endParaRPr lang="en-VN" sz="3200" dirty="0">
              <a:latin typeface="+mj-lt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82E03048-3F9F-8CA2-B69D-561B8FDE9F36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74" t="4319" r="1408" b="5395"/>
          <a:stretch/>
        </p:blipFill>
        <p:spPr bwMode="auto">
          <a:xfrm>
            <a:off x="574390" y="1524000"/>
            <a:ext cx="7995220" cy="2438400"/>
          </a:xfrm>
          <a:prstGeom prst="rect">
            <a:avLst/>
          </a:prstGeom>
          <a:noFill/>
          <a:ln>
            <a:noFill/>
          </a:ln>
          <a:effectLst>
            <a:softEdge rad="63500"/>
          </a:effectLst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75988875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6B6B4024-EF92-4E47-9B95-F8F2003CD095}"/>
              </a:ext>
            </a:extLst>
          </p:cNvPr>
          <p:cNvSpPr txBox="1"/>
          <p:nvPr/>
        </p:nvSpPr>
        <p:spPr>
          <a:xfrm>
            <a:off x="457200" y="552782"/>
            <a:ext cx="82296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en-US" sz="3200" dirty="0">
                <a:latin typeface="+mj-lt"/>
              </a:rPr>
              <a:t>Multiple alignment score: sum of pairs</a:t>
            </a:r>
            <a:endParaRPr lang="en-VN" sz="3200" dirty="0">
              <a:latin typeface="+mj-lt"/>
            </a:endParaRPr>
          </a:p>
        </p:txBody>
      </p:sp>
      <p:sp>
        <p:nvSpPr>
          <p:cNvPr id="2" name="object 3">
            <a:extLst>
              <a:ext uri="{FF2B5EF4-FFF2-40B4-BE49-F238E27FC236}">
                <a16:creationId xmlns:a16="http://schemas.microsoft.com/office/drawing/2014/main" id="{F2AB6118-9EED-BE3C-CDC8-D884D71FE15A}"/>
              </a:ext>
            </a:extLst>
          </p:cNvPr>
          <p:cNvSpPr/>
          <p:nvPr/>
        </p:nvSpPr>
        <p:spPr>
          <a:xfrm>
            <a:off x="609600" y="1371600"/>
            <a:ext cx="7924800" cy="4933618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  <a:effectLst>
            <a:softEdge rad="63500"/>
          </a:effectLst>
        </p:spPr>
        <p:txBody>
          <a:bodyPr wrap="square" lIns="0" tIns="0" rIns="0" bIns="0" rtlCol="0"/>
          <a:lstStyle/>
          <a:p>
            <a:endParaRPr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9B978B4-584F-B517-C255-4DD18D19EE01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24340" t="58386" r="42579" b="26018"/>
          <a:stretch/>
        </p:blipFill>
        <p:spPr>
          <a:xfrm>
            <a:off x="5257800" y="1447800"/>
            <a:ext cx="3153084" cy="116713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E6A2F7AE-7343-F2FE-5F1A-E3816A79754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70500" y="2408251"/>
            <a:ext cx="2463800" cy="1181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771337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6B6B4024-EF92-4E47-9B95-F8F2003CD095}"/>
              </a:ext>
            </a:extLst>
          </p:cNvPr>
          <p:cNvSpPr txBox="1"/>
          <p:nvPr/>
        </p:nvSpPr>
        <p:spPr>
          <a:xfrm>
            <a:off x="457200" y="552783"/>
            <a:ext cx="7897094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en-US" sz="3200" dirty="0">
                <a:latin typeface="+mj-lt"/>
              </a:rPr>
              <a:t>Multiple sequence alignment score</a:t>
            </a:r>
            <a:endParaRPr lang="en-VN" sz="3200" dirty="0">
              <a:latin typeface="+mj-lt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6" name="Table 5">
                <a:extLst>
                  <a:ext uri="{FF2B5EF4-FFF2-40B4-BE49-F238E27FC236}">
                    <a16:creationId xmlns:a16="http://schemas.microsoft.com/office/drawing/2014/main" id="{204AA6EB-0377-CC00-B113-C97E481F1F6F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138230566"/>
                  </p:ext>
                </p:extLst>
              </p:nvPr>
            </p:nvGraphicFramePr>
            <p:xfrm>
              <a:off x="533401" y="1447801"/>
              <a:ext cx="7620000" cy="4145280"/>
            </p:xfrm>
            <a:graphic>
              <a:graphicData uri="http://schemas.openxmlformats.org/drawingml/2006/table">
                <a:tbl>
                  <a:tblPr firstRow="1" firstCol="1" bandRow="1">
                    <a:tableStyleId>{5C22544A-7EE6-4342-B048-85BDC9FD1C3A}</a:tableStyleId>
                  </a:tblPr>
                  <a:tblGrid>
                    <a:gridCol w="1351533">
                      <a:extLst>
                        <a:ext uri="{9D8B030D-6E8A-4147-A177-3AD203B41FA5}">
                          <a16:colId xmlns:a16="http://schemas.microsoft.com/office/drawing/2014/main" val="56225502"/>
                        </a:ext>
                      </a:extLst>
                    </a:gridCol>
                    <a:gridCol w="854278">
                      <a:extLst>
                        <a:ext uri="{9D8B030D-6E8A-4147-A177-3AD203B41FA5}">
                          <a16:colId xmlns:a16="http://schemas.microsoft.com/office/drawing/2014/main" val="3229372666"/>
                        </a:ext>
                      </a:extLst>
                    </a:gridCol>
                    <a:gridCol w="854278">
                      <a:extLst>
                        <a:ext uri="{9D8B030D-6E8A-4147-A177-3AD203B41FA5}">
                          <a16:colId xmlns:a16="http://schemas.microsoft.com/office/drawing/2014/main" val="244553718"/>
                        </a:ext>
                      </a:extLst>
                    </a:gridCol>
                    <a:gridCol w="854278">
                      <a:extLst>
                        <a:ext uri="{9D8B030D-6E8A-4147-A177-3AD203B41FA5}">
                          <a16:colId xmlns:a16="http://schemas.microsoft.com/office/drawing/2014/main" val="4147183076"/>
                        </a:ext>
                      </a:extLst>
                    </a:gridCol>
                    <a:gridCol w="854278">
                      <a:extLst>
                        <a:ext uri="{9D8B030D-6E8A-4147-A177-3AD203B41FA5}">
                          <a16:colId xmlns:a16="http://schemas.microsoft.com/office/drawing/2014/main" val="2613087877"/>
                        </a:ext>
                      </a:extLst>
                    </a:gridCol>
                    <a:gridCol w="854278">
                      <a:extLst>
                        <a:ext uri="{9D8B030D-6E8A-4147-A177-3AD203B41FA5}">
                          <a16:colId xmlns:a16="http://schemas.microsoft.com/office/drawing/2014/main" val="4048291929"/>
                        </a:ext>
                      </a:extLst>
                    </a:gridCol>
                    <a:gridCol w="854278">
                      <a:extLst>
                        <a:ext uri="{9D8B030D-6E8A-4147-A177-3AD203B41FA5}">
                          <a16:colId xmlns:a16="http://schemas.microsoft.com/office/drawing/2014/main" val="2673472992"/>
                        </a:ext>
                      </a:extLst>
                    </a:gridCol>
                    <a:gridCol w="1142799">
                      <a:extLst>
                        <a:ext uri="{9D8B030D-6E8A-4147-A177-3AD203B41FA5}">
                          <a16:colId xmlns:a16="http://schemas.microsoft.com/office/drawing/2014/main" val="166336179"/>
                        </a:ext>
                      </a:extLst>
                    </a:gridCol>
                  </a:tblGrid>
                  <a:tr h="457200">
                    <a:tc>
                      <a:txBody>
                        <a:bodyPr/>
                        <a:lstStyle/>
                        <a:p>
                          <a:pPr algn="just"/>
                          <a:br>
                            <a:rPr lang="en-US" sz="1600" dirty="0">
                              <a:effectLst/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</a:br>
                          <a:r>
                            <a:rPr lang="en-US" sz="1600" dirty="0">
                              <a:effectLst/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 </a:t>
                          </a:r>
                          <a:endParaRPr lang="en-VN" sz="1600" dirty="0">
                            <a:effectLst/>
                            <a:latin typeface="Courier New" panose="02070309020205020404" pitchFamily="49" charset="0"/>
                            <a:ea typeface="MS Mincho" panose="02020609040205080304" pitchFamily="49" charset="-128"/>
                            <a:cs typeface="Courier New" panose="02070309020205020404" pitchFamily="49" charset="0"/>
                          </a:endParaRPr>
                        </a:p>
                      </a:txBody>
                      <a:tcPr marL="67818" marR="67818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>
                              <a:effectLst/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1</a:t>
                          </a:r>
                          <a:endParaRPr lang="en-VN" sz="1600" dirty="0">
                            <a:effectLst/>
                            <a:latin typeface="Courier New" panose="02070309020205020404" pitchFamily="49" charset="0"/>
                            <a:ea typeface="MS Mincho" panose="02020609040205080304" pitchFamily="49" charset="-128"/>
                            <a:cs typeface="Courier New" panose="02070309020205020404" pitchFamily="49" charset="0"/>
                          </a:endParaRPr>
                        </a:p>
                      </a:txBody>
                      <a:tcPr marL="67818" marR="67818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>
                              <a:effectLst/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2</a:t>
                          </a:r>
                          <a:endParaRPr lang="en-VN" sz="1600">
                            <a:effectLst/>
                            <a:latin typeface="Courier New" panose="02070309020205020404" pitchFamily="49" charset="0"/>
                            <a:ea typeface="MS Mincho" panose="02020609040205080304" pitchFamily="49" charset="-128"/>
                            <a:cs typeface="Courier New" panose="02070309020205020404" pitchFamily="49" charset="0"/>
                          </a:endParaRPr>
                        </a:p>
                      </a:txBody>
                      <a:tcPr marL="67818" marR="67818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>
                              <a:effectLst/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3</a:t>
                          </a:r>
                          <a:endParaRPr lang="en-VN" sz="1600">
                            <a:effectLst/>
                            <a:latin typeface="Courier New" panose="02070309020205020404" pitchFamily="49" charset="0"/>
                            <a:ea typeface="MS Mincho" panose="02020609040205080304" pitchFamily="49" charset="-128"/>
                            <a:cs typeface="Courier New" panose="02070309020205020404" pitchFamily="49" charset="0"/>
                          </a:endParaRPr>
                        </a:p>
                      </a:txBody>
                      <a:tcPr marL="67818" marR="67818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>
                              <a:effectLst/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4</a:t>
                          </a:r>
                          <a:endParaRPr lang="en-VN" sz="1600">
                            <a:effectLst/>
                            <a:latin typeface="Courier New" panose="02070309020205020404" pitchFamily="49" charset="0"/>
                            <a:ea typeface="MS Mincho" panose="02020609040205080304" pitchFamily="49" charset="-128"/>
                            <a:cs typeface="Courier New" panose="02070309020205020404" pitchFamily="49" charset="0"/>
                          </a:endParaRPr>
                        </a:p>
                      </a:txBody>
                      <a:tcPr marL="67818" marR="67818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>
                              <a:effectLst/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5</a:t>
                          </a:r>
                          <a:endParaRPr lang="en-VN" sz="1600">
                            <a:effectLst/>
                            <a:latin typeface="Courier New" panose="02070309020205020404" pitchFamily="49" charset="0"/>
                            <a:ea typeface="MS Mincho" panose="02020609040205080304" pitchFamily="49" charset="-128"/>
                            <a:cs typeface="Courier New" panose="02070309020205020404" pitchFamily="49" charset="0"/>
                          </a:endParaRPr>
                        </a:p>
                      </a:txBody>
                      <a:tcPr marL="67818" marR="67818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>
                              <a:effectLst/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6</a:t>
                          </a:r>
                          <a:endParaRPr lang="en-VN" sz="1600">
                            <a:effectLst/>
                            <a:latin typeface="Courier New" panose="02070309020205020404" pitchFamily="49" charset="0"/>
                            <a:ea typeface="MS Mincho" panose="02020609040205080304" pitchFamily="49" charset="-128"/>
                            <a:cs typeface="Courier New" panose="02070309020205020404" pitchFamily="49" charset="0"/>
                          </a:endParaRPr>
                        </a:p>
                      </a:txBody>
                      <a:tcPr marL="67818" marR="67818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>
                              <a:effectLst/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Sum</a:t>
                          </a:r>
                          <a:endParaRPr lang="en-VN" sz="1600" dirty="0">
                            <a:effectLst/>
                            <a:latin typeface="Courier New" panose="02070309020205020404" pitchFamily="49" charset="0"/>
                            <a:ea typeface="MS Mincho" panose="02020609040205080304" pitchFamily="49" charset="-128"/>
                            <a:cs typeface="Courier New" panose="02070309020205020404" pitchFamily="49" charset="0"/>
                          </a:endParaRPr>
                        </a:p>
                      </a:txBody>
                      <a:tcPr marL="67818" marR="67818" marT="0" marB="0" anchor="ctr"/>
                    </a:tc>
                    <a:extLst>
                      <a:ext uri="{0D108BD9-81ED-4DB2-BD59-A6C34878D82A}">
                        <a16:rowId xmlns:a16="http://schemas.microsoft.com/office/drawing/2014/main" val="2226919463"/>
                      </a:ext>
                    </a:extLst>
                  </a:tr>
                  <a:tr h="228600">
                    <a:tc>
                      <a:txBody>
                        <a:bodyPr/>
                        <a:lstStyle/>
                        <a:p>
                          <a:pPr algn="just"/>
                          <a:r>
                            <a:rPr lang="en-US" sz="1600" dirty="0" err="1">
                              <a:effectLst/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Người</a:t>
                          </a:r>
                          <a:endParaRPr lang="en-VN" sz="1600" dirty="0">
                            <a:effectLst/>
                            <a:latin typeface="Courier New" panose="02070309020205020404" pitchFamily="49" charset="0"/>
                            <a:ea typeface="MS Mincho" panose="02020609040205080304" pitchFamily="49" charset="-128"/>
                            <a:cs typeface="Courier New" panose="02070309020205020404" pitchFamily="49" charset="0"/>
                          </a:endParaRPr>
                        </a:p>
                      </a:txBody>
                      <a:tcPr marL="67818" marR="67818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>
                              <a:effectLst/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T</a:t>
                          </a:r>
                          <a:endParaRPr lang="en-VN" sz="1600" dirty="0">
                            <a:effectLst/>
                            <a:latin typeface="Courier New" panose="02070309020205020404" pitchFamily="49" charset="0"/>
                            <a:ea typeface="MS Mincho" panose="02020609040205080304" pitchFamily="49" charset="-128"/>
                            <a:cs typeface="Courier New" panose="02070309020205020404" pitchFamily="49" charset="0"/>
                          </a:endParaRPr>
                        </a:p>
                      </a:txBody>
                      <a:tcPr marL="67818" marR="67818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>
                              <a:effectLst/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G</a:t>
                          </a:r>
                          <a:endParaRPr lang="en-VN" sz="1600" dirty="0">
                            <a:effectLst/>
                            <a:latin typeface="Courier New" panose="02070309020205020404" pitchFamily="49" charset="0"/>
                            <a:ea typeface="MS Mincho" panose="02020609040205080304" pitchFamily="49" charset="-128"/>
                            <a:cs typeface="Courier New" panose="02070309020205020404" pitchFamily="49" charset="0"/>
                          </a:endParaRPr>
                        </a:p>
                      </a:txBody>
                      <a:tcPr marL="67818" marR="67818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>
                              <a:effectLst/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A</a:t>
                          </a:r>
                          <a:endParaRPr lang="en-VN" sz="1600">
                            <a:effectLst/>
                            <a:latin typeface="Courier New" panose="02070309020205020404" pitchFamily="49" charset="0"/>
                            <a:ea typeface="MS Mincho" panose="02020609040205080304" pitchFamily="49" charset="-128"/>
                            <a:cs typeface="Courier New" panose="02070309020205020404" pitchFamily="49" charset="0"/>
                          </a:endParaRPr>
                        </a:p>
                      </a:txBody>
                      <a:tcPr marL="67818" marR="67818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>
                              <a:effectLst/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C</a:t>
                          </a:r>
                          <a:endParaRPr lang="en-VN" sz="1600">
                            <a:effectLst/>
                            <a:latin typeface="Courier New" panose="02070309020205020404" pitchFamily="49" charset="0"/>
                            <a:ea typeface="MS Mincho" panose="02020609040205080304" pitchFamily="49" charset="-128"/>
                            <a:cs typeface="Courier New" panose="02070309020205020404" pitchFamily="49" charset="0"/>
                          </a:endParaRPr>
                        </a:p>
                      </a:txBody>
                      <a:tcPr marL="67818" marR="67818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>
                              <a:effectLst/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G</a:t>
                          </a:r>
                          <a:endParaRPr lang="en-VN" sz="1600">
                            <a:effectLst/>
                            <a:latin typeface="Courier New" panose="02070309020205020404" pitchFamily="49" charset="0"/>
                            <a:ea typeface="MS Mincho" panose="02020609040205080304" pitchFamily="49" charset="-128"/>
                            <a:cs typeface="Courier New" panose="02070309020205020404" pitchFamily="49" charset="0"/>
                          </a:endParaRPr>
                        </a:p>
                      </a:txBody>
                      <a:tcPr marL="67818" marR="67818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>
                              <a:effectLst/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T</a:t>
                          </a:r>
                          <a:endParaRPr lang="en-VN" sz="1600">
                            <a:effectLst/>
                            <a:latin typeface="Courier New" panose="02070309020205020404" pitchFamily="49" charset="0"/>
                            <a:ea typeface="MS Mincho" panose="02020609040205080304" pitchFamily="49" charset="-128"/>
                            <a:cs typeface="Courier New" panose="02070309020205020404" pitchFamily="49" charset="0"/>
                          </a:endParaRPr>
                        </a:p>
                      </a:txBody>
                      <a:tcPr marL="67818" marR="67818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>
                              <a:effectLst/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 </a:t>
                          </a:r>
                          <a:endParaRPr lang="en-VN" sz="1600">
                            <a:effectLst/>
                            <a:latin typeface="Courier New" panose="02070309020205020404" pitchFamily="49" charset="0"/>
                            <a:ea typeface="MS Mincho" panose="02020609040205080304" pitchFamily="49" charset="-128"/>
                            <a:cs typeface="Courier New" panose="02070309020205020404" pitchFamily="49" charset="0"/>
                          </a:endParaRPr>
                        </a:p>
                      </a:txBody>
                      <a:tcPr marL="67818" marR="67818" marT="0" marB="0" anchor="ctr"/>
                    </a:tc>
                    <a:extLst>
                      <a:ext uri="{0D108BD9-81ED-4DB2-BD59-A6C34878D82A}">
                        <a16:rowId xmlns:a16="http://schemas.microsoft.com/office/drawing/2014/main" val="1442804045"/>
                      </a:ext>
                    </a:extLst>
                  </a:tr>
                  <a:tr h="228600">
                    <a:tc>
                      <a:txBody>
                        <a:bodyPr/>
                        <a:lstStyle/>
                        <a:p>
                          <a:pPr algn="just"/>
                          <a:r>
                            <a:rPr lang="en-US" sz="1600" dirty="0" err="1">
                              <a:effectLst/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Tinh</a:t>
                          </a:r>
                          <a:r>
                            <a:rPr lang="en-US" sz="1600" dirty="0">
                              <a:effectLst/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 </a:t>
                          </a:r>
                          <a:r>
                            <a:rPr lang="en-US" sz="1600" dirty="0" err="1">
                              <a:effectLst/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tinh</a:t>
                          </a:r>
                          <a:endParaRPr lang="en-VN" sz="1600" dirty="0">
                            <a:effectLst/>
                            <a:latin typeface="Courier New" panose="02070309020205020404" pitchFamily="49" charset="0"/>
                            <a:ea typeface="MS Mincho" panose="02020609040205080304" pitchFamily="49" charset="-128"/>
                            <a:cs typeface="Courier New" panose="02070309020205020404" pitchFamily="49" charset="0"/>
                          </a:endParaRPr>
                        </a:p>
                      </a:txBody>
                      <a:tcPr marL="67818" marR="67818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>
                              <a:effectLst/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T</a:t>
                          </a:r>
                          <a:endParaRPr lang="en-VN" sz="1600" dirty="0">
                            <a:effectLst/>
                            <a:latin typeface="Courier New" panose="02070309020205020404" pitchFamily="49" charset="0"/>
                            <a:ea typeface="MS Mincho" panose="02020609040205080304" pitchFamily="49" charset="-128"/>
                            <a:cs typeface="Courier New" panose="02070309020205020404" pitchFamily="49" charset="0"/>
                          </a:endParaRPr>
                        </a:p>
                      </a:txBody>
                      <a:tcPr marL="67818" marR="67818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>
                              <a:effectLst/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G</a:t>
                          </a:r>
                          <a:endParaRPr lang="en-VN" sz="1600" dirty="0">
                            <a:effectLst/>
                            <a:latin typeface="Courier New" panose="02070309020205020404" pitchFamily="49" charset="0"/>
                            <a:ea typeface="MS Mincho" panose="02020609040205080304" pitchFamily="49" charset="-128"/>
                            <a:cs typeface="Courier New" panose="02070309020205020404" pitchFamily="49" charset="0"/>
                          </a:endParaRPr>
                        </a:p>
                      </a:txBody>
                      <a:tcPr marL="67818" marR="67818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>
                              <a:effectLst/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A</a:t>
                          </a:r>
                          <a:endParaRPr lang="en-VN" sz="1600">
                            <a:effectLst/>
                            <a:latin typeface="Courier New" panose="02070309020205020404" pitchFamily="49" charset="0"/>
                            <a:ea typeface="MS Mincho" panose="02020609040205080304" pitchFamily="49" charset="-128"/>
                            <a:cs typeface="Courier New" panose="02070309020205020404" pitchFamily="49" charset="0"/>
                          </a:endParaRPr>
                        </a:p>
                      </a:txBody>
                      <a:tcPr marL="67818" marR="67818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>
                              <a:effectLst/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C</a:t>
                          </a:r>
                          <a:endParaRPr lang="en-VN" sz="1600">
                            <a:effectLst/>
                            <a:latin typeface="Courier New" panose="02070309020205020404" pitchFamily="49" charset="0"/>
                            <a:ea typeface="MS Mincho" panose="02020609040205080304" pitchFamily="49" charset="-128"/>
                            <a:cs typeface="Courier New" panose="02070309020205020404" pitchFamily="49" charset="0"/>
                          </a:endParaRPr>
                        </a:p>
                      </a:txBody>
                      <a:tcPr marL="67818" marR="67818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>
                              <a:effectLst/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T</a:t>
                          </a:r>
                          <a:endParaRPr lang="en-VN" sz="1600">
                            <a:effectLst/>
                            <a:latin typeface="Courier New" panose="02070309020205020404" pitchFamily="49" charset="0"/>
                            <a:ea typeface="MS Mincho" panose="02020609040205080304" pitchFamily="49" charset="-128"/>
                            <a:cs typeface="Courier New" panose="02070309020205020404" pitchFamily="49" charset="0"/>
                          </a:endParaRPr>
                        </a:p>
                      </a:txBody>
                      <a:tcPr marL="67818" marR="67818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>
                              <a:effectLst/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T</a:t>
                          </a:r>
                          <a:endParaRPr lang="en-VN" sz="1600">
                            <a:effectLst/>
                            <a:latin typeface="Courier New" panose="02070309020205020404" pitchFamily="49" charset="0"/>
                            <a:ea typeface="MS Mincho" panose="02020609040205080304" pitchFamily="49" charset="-128"/>
                            <a:cs typeface="Courier New" panose="02070309020205020404" pitchFamily="49" charset="0"/>
                          </a:endParaRPr>
                        </a:p>
                      </a:txBody>
                      <a:tcPr marL="67818" marR="67818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>
                              <a:effectLst/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 </a:t>
                          </a:r>
                          <a:endParaRPr lang="en-VN" sz="1600">
                            <a:effectLst/>
                            <a:latin typeface="Courier New" panose="02070309020205020404" pitchFamily="49" charset="0"/>
                            <a:ea typeface="MS Mincho" panose="02020609040205080304" pitchFamily="49" charset="-128"/>
                            <a:cs typeface="Courier New" panose="02070309020205020404" pitchFamily="49" charset="0"/>
                          </a:endParaRPr>
                        </a:p>
                      </a:txBody>
                      <a:tcPr marL="67818" marR="67818" marT="0" marB="0" anchor="ctr"/>
                    </a:tc>
                    <a:extLst>
                      <a:ext uri="{0D108BD9-81ED-4DB2-BD59-A6C34878D82A}">
                        <a16:rowId xmlns:a16="http://schemas.microsoft.com/office/drawing/2014/main" val="2939809260"/>
                      </a:ext>
                    </a:extLst>
                  </a:tr>
                  <a:tr h="228600">
                    <a:tc>
                      <a:txBody>
                        <a:bodyPr/>
                        <a:lstStyle/>
                        <a:p>
                          <a:pPr algn="just"/>
                          <a:r>
                            <a:rPr lang="en-US" sz="1600">
                              <a:effectLst/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Khỉ đột</a:t>
                          </a:r>
                          <a:endParaRPr lang="en-VN" sz="1600">
                            <a:effectLst/>
                            <a:latin typeface="Courier New" panose="02070309020205020404" pitchFamily="49" charset="0"/>
                            <a:ea typeface="MS Mincho" panose="02020609040205080304" pitchFamily="49" charset="-128"/>
                            <a:cs typeface="Courier New" panose="02070309020205020404" pitchFamily="49" charset="0"/>
                          </a:endParaRPr>
                        </a:p>
                      </a:txBody>
                      <a:tcPr marL="67818" marR="67818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>
                              <a:effectLst/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C</a:t>
                          </a:r>
                          <a:endParaRPr lang="en-VN" sz="1600" dirty="0">
                            <a:effectLst/>
                            <a:latin typeface="Courier New" panose="02070309020205020404" pitchFamily="49" charset="0"/>
                            <a:ea typeface="MS Mincho" panose="02020609040205080304" pitchFamily="49" charset="-128"/>
                            <a:cs typeface="Courier New" panose="02070309020205020404" pitchFamily="49" charset="0"/>
                          </a:endParaRPr>
                        </a:p>
                      </a:txBody>
                      <a:tcPr marL="67818" marR="67818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>
                              <a:effectLst/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G</a:t>
                          </a:r>
                          <a:endParaRPr lang="en-VN" sz="1600" dirty="0">
                            <a:effectLst/>
                            <a:latin typeface="Courier New" panose="02070309020205020404" pitchFamily="49" charset="0"/>
                            <a:ea typeface="MS Mincho" panose="02020609040205080304" pitchFamily="49" charset="-128"/>
                            <a:cs typeface="Courier New" panose="02070309020205020404" pitchFamily="49" charset="0"/>
                          </a:endParaRPr>
                        </a:p>
                      </a:txBody>
                      <a:tcPr marL="67818" marR="67818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>
                              <a:effectLst/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A</a:t>
                          </a:r>
                          <a:endParaRPr lang="en-VN" sz="1600">
                            <a:effectLst/>
                            <a:latin typeface="Courier New" panose="02070309020205020404" pitchFamily="49" charset="0"/>
                            <a:ea typeface="MS Mincho" panose="02020609040205080304" pitchFamily="49" charset="-128"/>
                            <a:cs typeface="Courier New" panose="02070309020205020404" pitchFamily="49" charset="0"/>
                          </a:endParaRPr>
                        </a:p>
                      </a:txBody>
                      <a:tcPr marL="67818" marR="67818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>
                              <a:effectLst/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C</a:t>
                          </a:r>
                          <a:endParaRPr lang="en-VN" sz="1600">
                            <a:effectLst/>
                            <a:latin typeface="Courier New" panose="02070309020205020404" pitchFamily="49" charset="0"/>
                            <a:ea typeface="MS Mincho" panose="02020609040205080304" pitchFamily="49" charset="-128"/>
                            <a:cs typeface="Courier New" panose="02070309020205020404" pitchFamily="49" charset="0"/>
                          </a:endParaRPr>
                        </a:p>
                      </a:txBody>
                      <a:tcPr marL="67818" marR="67818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>
                              <a:effectLst/>
                              <a:latin typeface="Courier New" panose="02070309020205020404" pitchFamily="49" charset="0"/>
                              <a:cs typeface="Courier New" panose="02070309020205020404" pitchFamily="49" charset="0"/>
                              <a:sym typeface="Symbol" pitchFamily="2" charset="2"/>
                            </a:rPr>
                            <a:t></a:t>
                          </a:r>
                          <a:endParaRPr lang="en-VN" sz="1600">
                            <a:effectLst/>
                            <a:latin typeface="Courier New" panose="02070309020205020404" pitchFamily="49" charset="0"/>
                            <a:ea typeface="MS Mincho" panose="02020609040205080304" pitchFamily="49" charset="-128"/>
                            <a:cs typeface="Courier New" panose="02070309020205020404" pitchFamily="49" charset="0"/>
                          </a:endParaRPr>
                        </a:p>
                      </a:txBody>
                      <a:tcPr marL="67818" marR="67818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>
                              <a:effectLst/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T</a:t>
                          </a:r>
                          <a:endParaRPr lang="en-VN" sz="1600">
                            <a:effectLst/>
                            <a:latin typeface="Courier New" panose="02070309020205020404" pitchFamily="49" charset="0"/>
                            <a:ea typeface="MS Mincho" panose="02020609040205080304" pitchFamily="49" charset="-128"/>
                            <a:cs typeface="Courier New" panose="02070309020205020404" pitchFamily="49" charset="0"/>
                          </a:endParaRPr>
                        </a:p>
                      </a:txBody>
                      <a:tcPr marL="67818" marR="67818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>
                              <a:effectLst/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 </a:t>
                          </a:r>
                          <a:endParaRPr lang="en-VN" sz="1600">
                            <a:effectLst/>
                            <a:latin typeface="Courier New" panose="02070309020205020404" pitchFamily="49" charset="0"/>
                            <a:ea typeface="MS Mincho" panose="02020609040205080304" pitchFamily="49" charset="-128"/>
                            <a:cs typeface="Courier New" panose="02070309020205020404" pitchFamily="49" charset="0"/>
                          </a:endParaRPr>
                        </a:p>
                      </a:txBody>
                      <a:tcPr marL="67818" marR="67818" marT="0" marB="0" anchor="ctr"/>
                    </a:tc>
                    <a:extLst>
                      <a:ext uri="{0D108BD9-81ED-4DB2-BD59-A6C34878D82A}">
                        <a16:rowId xmlns:a16="http://schemas.microsoft.com/office/drawing/2014/main" val="1449689484"/>
                      </a:ext>
                    </a:extLst>
                  </a:tr>
                  <a:tr h="228600">
                    <a:tc>
                      <a:txBody>
                        <a:bodyPr/>
                        <a:lstStyle/>
                        <a:p>
                          <a:pPr algn="just"/>
                          <a:r>
                            <a:rPr lang="en-US" sz="1600">
                              <a:effectLst/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Khỉ nâu</a:t>
                          </a:r>
                          <a:endParaRPr lang="en-VN" sz="1600">
                            <a:effectLst/>
                            <a:latin typeface="Courier New" panose="02070309020205020404" pitchFamily="49" charset="0"/>
                            <a:ea typeface="MS Mincho" panose="02020609040205080304" pitchFamily="49" charset="-128"/>
                            <a:cs typeface="Courier New" panose="02070309020205020404" pitchFamily="49" charset="0"/>
                          </a:endParaRPr>
                        </a:p>
                      </a:txBody>
                      <a:tcPr marL="67818" marR="67818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>
                              <a:effectLst/>
                              <a:latin typeface="Courier New" panose="02070309020205020404" pitchFamily="49" charset="0"/>
                              <a:cs typeface="Courier New" panose="02070309020205020404" pitchFamily="49" charset="0"/>
                              <a:sym typeface="Symbol" pitchFamily="2" charset="2"/>
                            </a:rPr>
                            <a:t></a:t>
                          </a:r>
                          <a:endParaRPr lang="en-VN" sz="1600">
                            <a:effectLst/>
                            <a:latin typeface="Courier New" panose="02070309020205020404" pitchFamily="49" charset="0"/>
                            <a:ea typeface="MS Mincho" panose="02020609040205080304" pitchFamily="49" charset="-128"/>
                            <a:cs typeface="Courier New" panose="02070309020205020404" pitchFamily="49" charset="0"/>
                          </a:endParaRPr>
                        </a:p>
                      </a:txBody>
                      <a:tcPr marL="67818" marR="67818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>
                              <a:effectLst/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G</a:t>
                          </a:r>
                          <a:endParaRPr lang="en-VN" sz="1600" dirty="0">
                            <a:effectLst/>
                            <a:latin typeface="Courier New" panose="02070309020205020404" pitchFamily="49" charset="0"/>
                            <a:ea typeface="MS Mincho" panose="02020609040205080304" pitchFamily="49" charset="-128"/>
                            <a:cs typeface="Courier New" panose="02070309020205020404" pitchFamily="49" charset="0"/>
                          </a:endParaRPr>
                        </a:p>
                      </a:txBody>
                      <a:tcPr marL="67818" marR="67818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>
                              <a:effectLst/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A</a:t>
                          </a:r>
                          <a:endParaRPr lang="en-VN" sz="1600" dirty="0">
                            <a:effectLst/>
                            <a:latin typeface="Courier New" panose="02070309020205020404" pitchFamily="49" charset="0"/>
                            <a:ea typeface="MS Mincho" panose="02020609040205080304" pitchFamily="49" charset="-128"/>
                            <a:cs typeface="Courier New" panose="02070309020205020404" pitchFamily="49" charset="0"/>
                          </a:endParaRPr>
                        </a:p>
                      </a:txBody>
                      <a:tcPr marL="67818" marR="67818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>
                              <a:effectLst/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C</a:t>
                          </a:r>
                          <a:endParaRPr lang="en-VN" sz="1600">
                            <a:effectLst/>
                            <a:latin typeface="Courier New" panose="02070309020205020404" pitchFamily="49" charset="0"/>
                            <a:ea typeface="MS Mincho" panose="02020609040205080304" pitchFamily="49" charset="-128"/>
                            <a:cs typeface="Courier New" panose="02070309020205020404" pitchFamily="49" charset="0"/>
                          </a:endParaRPr>
                        </a:p>
                      </a:txBody>
                      <a:tcPr marL="67818" marR="67818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>
                              <a:effectLst/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G</a:t>
                          </a:r>
                          <a:endParaRPr lang="en-VN" sz="1600">
                            <a:effectLst/>
                            <a:latin typeface="Courier New" panose="02070309020205020404" pitchFamily="49" charset="0"/>
                            <a:ea typeface="MS Mincho" panose="02020609040205080304" pitchFamily="49" charset="-128"/>
                            <a:cs typeface="Courier New" panose="02070309020205020404" pitchFamily="49" charset="0"/>
                          </a:endParaRPr>
                        </a:p>
                      </a:txBody>
                      <a:tcPr marL="67818" marR="67818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>
                              <a:effectLst/>
                              <a:latin typeface="Courier New" panose="02070309020205020404" pitchFamily="49" charset="0"/>
                              <a:cs typeface="Courier New" panose="02070309020205020404" pitchFamily="49" charset="0"/>
                              <a:sym typeface="Symbol" pitchFamily="2" charset="2"/>
                            </a:rPr>
                            <a:t></a:t>
                          </a:r>
                          <a:endParaRPr lang="en-VN" sz="1600">
                            <a:effectLst/>
                            <a:latin typeface="Courier New" panose="02070309020205020404" pitchFamily="49" charset="0"/>
                            <a:ea typeface="MS Mincho" panose="02020609040205080304" pitchFamily="49" charset="-128"/>
                            <a:cs typeface="Courier New" panose="02070309020205020404" pitchFamily="49" charset="0"/>
                          </a:endParaRPr>
                        </a:p>
                      </a:txBody>
                      <a:tcPr marL="67818" marR="67818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>
                              <a:effectLst/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 </a:t>
                          </a:r>
                          <a:endParaRPr lang="en-VN" sz="1600">
                            <a:effectLst/>
                            <a:latin typeface="Courier New" panose="02070309020205020404" pitchFamily="49" charset="0"/>
                            <a:ea typeface="MS Mincho" panose="02020609040205080304" pitchFamily="49" charset="-128"/>
                            <a:cs typeface="Courier New" panose="02070309020205020404" pitchFamily="49" charset="0"/>
                          </a:endParaRPr>
                        </a:p>
                      </a:txBody>
                      <a:tcPr marL="67818" marR="67818" marT="0" marB="0" anchor="ctr"/>
                    </a:tc>
                    <a:extLst>
                      <a:ext uri="{0D108BD9-81ED-4DB2-BD59-A6C34878D82A}">
                        <a16:rowId xmlns:a16="http://schemas.microsoft.com/office/drawing/2014/main" val="1754236401"/>
                      </a:ext>
                    </a:extLst>
                  </a:tr>
                  <a:tr h="228600">
                    <a:tc>
                      <a:txBody>
                        <a:bodyPr/>
                        <a:lstStyle/>
                        <a:p>
                          <a:pPr algn="just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600">
                                    <a:effectLst/>
                                    <a:latin typeface="Cambria Math" panose="02040503050406030204" pitchFamily="18" charset="0"/>
                                  </a:rPr>
                                  <m:t>𝑓</m:t>
                                </m:r>
                                <m:d>
                                  <m:dPr>
                                    <m:ctrlPr>
                                      <a:rPr lang="en-VN" sz="1600" i="1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n-VN" sz="1600" i="1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600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  <m:t>𝑨</m:t>
                                        </m:r>
                                      </m:e>
                                      <m:sub>
                                        <m:r>
                                          <a:rPr lang="en-US" sz="1600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  <m:t>𝑠</m:t>
                                        </m:r>
                                      </m:sub>
                                    </m:sSub>
                                  </m:e>
                                </m:d>
                              </m:oMath>
                            </m:oMathPara>
                          </a14:m>
                          <a:endParaRPr lang="en-VN" sz="1600">
                            <a:effectLst/>
                            <a:latin typeface="Courier New" panose="02070309020205020404" pitchFamily="49" charset="0"/>
                            <a:ea typeface="MS Mincho" panose="02020609040205080304" pitchFamily="49" charset="-128"/>
                            <a:cs typeface="Courier New" panose="02070309020205020404" pitchFamily="49" charset="0"/>
                          </a:endParaRPr>
                        </a:p>
                      </a:txBody>
                      <a:tcPr marL="67818" marR="67818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VN" sz="1600" dirty="0">
                            <a:effectLst/>
                            <a:latin typeface="Courier New" panose="02070309020205020404" pitchFamily="49" charset="0"/>
                            <a:ea typeface="MS Mincho" panose="02020609040205080304" pitchFamily="49" charset="-128"/>
                            <a:cs typeface="Courier New" panose="02070309020205020404" pitchFamily="49" charset="0"/>
                          </a:endParaRPr>
                        </a:p>
                      </a:txBody>
                      <a:tcPr marL="67818" marR="67818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VN" sz="1600" dirty="0">
                            <a:effectLst/>
                            <a:latin typeface="Courier New" panose="02070309020205020404" pitchFamily="49" charset="0"/>
                            <a:ea typeface="MS Mincho" panose="02020609040205080304" pitchFamily="49" charset="-128"/>
                            <a:cs typeface="Courier New" panose="02070309020205020404" pitchFamily="49" charset="0"/>
                          </a:endParaRPr>
                        </a:p>
                      </a:txBody>
                      <a:tcPr marL="67818" marR="67818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VN" sz="1600" dirty="0">
                            <a:effectLst/>
                            <a:latin typeface="Courier New" panose="02070309020205020404" pitchFamily="49" charset="0"/>
                            <a:ea typeface="MS Mincho" panose="02020609040205080304" pitchFamily="49" charset="-128"/>
                            <a:cs typeface="Courier New" panose="02070309020205020404" pitchFamily="49" charset="0"/>
                          </a:endParaRPr>
                        </a:p>
                      </a:txBody>
                      <a:tcPr marL="67818" marR="67818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VN" sz="1600">
                            <a:effectLst/>
                            <a:latin typeface="Courier New" panose="02070309020205020404" pitchFamily="49" charset="0"/>
                            <a:ea typeface="MS Mincho" panose="02020609040205080304" pitchFamily="49" charset="-128"/>
                            <a:cs typeface="Courier New" panose="02070309020205020404" pitchFamily="49" charset="0"/>
                          </a:endParaRPr>
                        </a:p>
                      </a:txBody>
                      <a:tcPr marL="67818" marR="67818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VN" sz="1600">
                            <a:effectLst/>
                            <a:latin typeface="Courier New" panose="02070309020205020404" pitchFamily="49" charset="0"/>
                            <a:ea typeface="MS Mincho" panose="02020609040205080304" pitchFamily="49" charset="-128"/>
                            <a:cs typeface="Courier New" panose="02070309020205020404" pitchFamily="49" charset="0"/>
                          </a:endParaRPr>
                        </a:p>
                      </a:txBody>
                      <a:tcPr marL="67818" marR="67818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VN" sz="1600">
                            <a:effectLst/>
                            <a:latin typeface="Courier New" panose="02070309020205020404" pitchFamily="49" charset="0"/>
                            <a:ea typeface="MS Mincho" panose="02020609040205080304" pitchFamily="49" charset="-128"/>
                            <a:cs typeface="Courier New" panose="02070309020205020404" pitchFamily="49" charset="0"/>
                          </a:endParaRPr>
                        </a:p>
                      </a:txBody>
                      <a:tcPr marL="67818" marR="67818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VN" sz="1600" dirty="0">
                            <a:effectLst/>
                            <a:latin typeface="Courier New" panose="02070309020205020404" pitchFamily="49" charset="0"/>
                            <a:ea typeface="MS Mincho" panose="02020609040205080304" pitchFamily="49" charset="-128"/>
                            <a:cs typeface="Courier New" panose="02070309020205020404" pitchFamily="49" charset="0"/>
                          </a:endParaRPr>
                        </a:p>
                      </a:txBody>
                      <a:tcPr marL="67818" marR="67818" marT="0" marB="0" anchor="ctr"/>
                    </a:tc>
                    <a:extLst>
                      <a:ext uri="{0D108BD9-81ED-4DB2-BD59-A6C34878D82A}">
                        <a16:rowId xmlns:a16="http://schemas.microsoft.com/office/drawing/2014/main" val="2270151282"/>
                      </a:ext>
                    </a:extLst>
                  </a:tr>
                  <a:tr h="228600">
                    <a:tc>
                      <a:txBody>
                        <a:bodyPr/>
                        <a:lstStyle/>
                        <a:p>
                          <a:pPr algn="just"/>
                          <a:r>
                            <a:rPr lang="en-US" sz="1600">
                              <a:effectLst/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Người</a:t>
                          </a:r>
                          <a:endParaRPr lang="en-VN" sz="1600">
                            <a:effectLst/>
                            <a:latin typeface="Courier New" panose="02070309020205020404" pitchFamily="49" charset="0"/>
                            <a:ea typeface="MS Mincho" panose="02020609040205080304" pitchFamily="49" charset="-128"/>
                            <a:cs typeface="Courier New" panose="02070309020205020404" pitchFamily="49" charset="0"/>
                          </a:endParaRPr>
                        </a:p>
                      </a:txBody>
                      <a:tcPr marL="67818" marR="67818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>
                              <a:effectLst/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T</a:t>
                          </a:r>
                          <a:endParaRPr lang="en-VN" sz="1600">
                            <a:effectLst/>
                            <a:latin typeface="Courier New" panose="02070309020205020404" pitchFamily="49" charset="0"/>
                            <a:ea typeface="MS Mincho" panose="02020609040205080304" pitchFamily="49" charset="-128"/>
                            <a:cs typeface="Courier New" panose="02070309020205020404" pitchFamily="49" charset="0"/>
                          </a:endParaRPr>
                        </a:p>
                      </a:txBody>
                      <a:tcPr marL="67818" marR="67818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>
                              <a:effectLst/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G</a:t>
                          </a:r>
                          <a:endParaRPr lang="en-VN" sz="1600" dirty="0">
                            <a:effectLst/>
                            <a:latin typeface="Courier New" panose="02070309020205020404" pitchFamily="49" charset="0"/>
                            <a:ea typeface="MS Mincho" panose="02020609040205080304" pitchFamily="49" charset="-128"/>
                            <a:cs typeface="Courier New" panose="02070309020205020404" pitchFamily="49" charset="0"/>
                          </a:endParaRPr>
                        </a:p>
                      </a:txBody>
                      <a:tcPr marL="67818" marR="67818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>
                              <a:effectLst/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A</a:t>
                          </a:r>
                          <a:endParaRPr lang="en-VN" sz="1600" dirty="0">
                            <a:effectLst/>
                            <a:latin typeface="Courier New" panose="02070309020205020404" pitchFamily="49" charset="0"/>
                            <a:ea typeface="MS Mincho" panose="02020609040205080304" pitchFamily="49" charset="-128"/>
                            <a:cs typeface="Courier New" panose="02070309020205020404" pitchFamily="49" charset="0"/>
                          </a:endParaRPr>
                        </a:p>
                      </a:txBody>
                      <a:tcPr marL="67818" marR="67818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>
                              <a:effectLst/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C</a:t>
                          </a:r>
                          <a:endParaRPr lang="en-VN" sz="1600">
                            <a:effectLst/>
                            <a:latin typeface="Courier New" panose="02070309020205020404" pitchFamily="49" charset="0"/>
                            <a:ea typeface="MS Mincho" panose="02020609040205080304" pitchFamily="49" charset="-128"/>
                            <a:cs typeface="Courier New" panose="02070309020205020404" pitchFamily="49" charset="0"/>
                          </a:endParaRPr>
                        </a:p>
                      </a:txBody>
                      <a:tcPr marL="67818" marR="67818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>
                              <a:effectLst/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G</a:t>
                          </a:r>
                          <a:endParaRPr lang="en-VN" sz="1600">
                            <a:effectLst/>
                            <a:latin typeface="Courier New" panose="02070309020205020404" pitchFamily="49" charset="0"/>
                            <a:ea typeface="MS Mincho" panose="02020609040205080304" pitchFamily="49" charset="-128"/>
                            <a:cs typeface="Courier New" panose="02070309020205020404" pitchFamily="49" charset="0"/>
                          </a:endParaRPr>
                        </a:p>
                      </a:txBody>
                      <a:tcPr marL="67818" marR="67818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>
                              <a:effectLst/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T</a:t>
                          </a:r>
                          <a:endParaRPr lang="en-VN" sz="1600">
                            <a:effectLst/>
                            <a:latin typeface="Courier New" panose="02070309020205020404" pitchFamily="49" charset="0"/>
                            <a:ea typeface="MS Mincho" panose="02020609040205080304" pitchFamily="49" charset="-128"/>
                            <a:cs typeface="Courier New" panose="02070309020205020404" pitchFamily="49" charset="0"/>
                          </a:endParaRPr>
                        </a:p>
                      </a:txBody>
                      <a:tcPr marL="67818" marR="67818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>
                              <a:effectLst/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 </a:t>
                          </a:r>
                          <a:endParaRPr lang="en-VN" sz="1600">
                            <a:effectLst/>
                            <a:latin typeface="Courier New" panose="02070309020205020404" pitchFamily="49" charset="0"/>
                            <a:ea typeface="MS Mincho" panose="02020609040205080304" pitchFamily="49" charset="-128"/>
                            <a:cs typeface="Courier New" panose="02070309020205020404" pitchFamily="49" charset="0"/>
                          </a:endParaRPr>
                        </a:p>
                      </a:txBody>
                      <a:tcPr marL="67818" marR="67818" marT="0" marB="0" anchor="ctr"/>
                    </a:tc>
                    <a:extLst>
                      <a:ext uri="{0D108BD9-81ED-4DB2-BD59-A6C34878D82A}">
                        <a16:rowId xmlns:a16="http://schemas.microsoft.com/office/drawing/2014/main" val="1413300539"/>
                      </a:ext>
                    </a:extLst>
                  </a:tr>
                  <a:tr h="228600">
                    <a:tc>
                      <a:txBody>
                        <a:bodyPr/>
                        <a:lstStyle/>
                        <a:p>
                          <a:pPr algn="just"/>
                          <a:r>
                            <a:rPr lang="en-US" sz="1600">
                              <a:effectLst/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Tinh tinh</a:t>
                          </a:r>
                          <a:endParaRPr lang="en-VN" sz="1600">
                            <a:effectLst/>
                            <a:latin typeface="Courier New" panose="02070309020205020404" pitchFamily="49" charset="0"/>
                            <a:ea typeface="MS Mincho" panose="02020609040205080304" pitchFamily="49" charset="-128"/>
                            <a:cs typeface="Courier New" panose="02070309020205020404" pitchFamily="49" charset="0"/>
                          </a:endParaRPr>
                        </a:p>
                      </a:txBody>
                      <a:tcPr marL="67818" marR="67818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>
                              <a:effectLst/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T</a:t>
                          </a:r>
                          <a:endParaRPr lang="en-VN" sz="1600">
                            <a:effectLst/>
                            <a:latin typeface="Courier New" panose="02070309020205020404" pitchFamily="49" charset="0"/>
                            <a:ea typeface="MS Mincho" panose="02020609040205080304" pitchFamily="49" charset="-128"/>
                            <a:cs typeface="Courier New" panose="02070309020205020404" pitchFamily="49" charset="0"/>
                          </a:endParaRPr>
                        </a:p>
                      </a:txBody>
                      <a:tcPr marL="67818" marR="67818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>
                              <a:effectLst/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G</a:t>
                          </a:r>
                          <a:endParaRPr lang="en-VN" sz="1600">
                            <a:effectLst/>
                            <a:latin typeface="Courier New" panose="02070309020205020404" pitchFamily="49" charset="0"/>
                            <a:ea typeface="MS Mincho" panose="02020609040205080304" pitchFamily="49" charset="-128"/>
                            <a:cs typeface="Courier New" panose="02070309020205020404" pitchFamily="49" charset="0"/>
                          </a:endParaRPr>
                        </a:p>
                      </a:txBody>
                      <a:tcPr marL="67818" marR="67818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>
                              <a:effectLst/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A</a:t>
                          </a:r>
                          <a:endParaRPr lang="en-VN" sz="1600" dirty="0">
                            <a:effectLst/>
                            <a:latin typeface="Courier New" panose="02070309020205020404" pitchFamily="49" charset="0"/>
                            <a:ea typeface="MS Mincho" panose="02020609040205080304" pitchFamily="49" charset="-128"/>
                            <a:cs typeface="Courier New" panose="02070309020205020404" pitchFamily="49" charset="0"/>
                          </a:endParaRPr>
                        </a:p>
                      </a:txBody>
                      <a:tcPr marL="67818" marR="67818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>
                              <a:effectLst/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C</a:t>
                          </a:r>
                          <a:endParaRPr lang="en-VN" sz="1600" dirty="0">
                            <a:effectLst/>
                            <a:latin typeface="Courier New" panose="02070309020205020404" pitchFamily="49" charset="0"/>
                            <a:ea typeface="MS Mincho" panose="02020609040205080304" pitchFamily="49" charset="-128"/>
                            <a:cs typeface="Courier New" panose="02070309020205020404" pitchFamily="49" charset="0"/>
                          </a:endParaRPr>
                        </a:p>
                      </a:txBody>
                      <a:tcPr marL="67818" marR="67818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>
                              <a:effectLst/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T</a:t>
                          </a:r>
                          <a:endParaRPr lang="en-VN" sz="1600">
                            <a:effectLst/>
                            <a:latin typeface="Courier New" panose="02070309020205020404" pitchFamily="49" charset="0"/>
                            <a:ea typeface="MS Mincho" panose="02020609040205080304" pitchFamily="49" charset="-128"/>
                            <a:cs typeface="Courier New" panose="02070309020205020404" pitchFamily="49" charset="0"/>
                          </a:endParaRPr>
                        </a:p>
                      </a:txBody>
                      <a:tcPr marL="67818" marR="67818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>
                              <a:effectLst/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T</a:t>
                          </a:r>
                          <a:endParaRPr lang="en-VN" sz="1600">
                            <a:effectLst/>
                            <a:latin typeface="Courier New" panose="02070309020205020404" pitchFamily="49" charset="0"/>
                            <a:ea typeface="MS Mincho" panose="02020609040205080304" pitchFamily="49" charset="-128"/>
                            <a:cs typeface="Courier New" panose="02070309020205020404" pitchFamily="49" charset="0"/>
                          </a:endParaRPr>
                        </a:p>
                      </a:txBody>
                      <a:tcPr marL="67818" marR="67818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>
                              <a:effectLst/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 </a:t>
                          </a:r>
                          <a:endParaRPr lang="en-VN" sz="1600">
                            <a:effectLst/>
                            <a:latin typeface="Courier New" panose="02070309020205020404" pitchFamily="49" charset="0"/>
                            <a:ea typeface="MS Mincho" panose="02020609040205080304" pitchFamily="49" charset="-128"/>
                            <a:cs typeface="Courier New" panose="02070309020205020404" pitchFamily="49" charset="0"/>
                          </a:endParaRPr>
                        </a:p>
                      </a:txBody>
                      <a:tcPr marL="67818" marR="67818" marT="0" marB="0" anchor="ctr"/>
                    </a:tc>
                    <a:extLst>
                      <a:ext uri="{0D108BD9-81ED-4DB2-BD59-A6C34878D82A}">
                        <a16:rowId xmlns:a16="http://schemas.microsoft.com/office/drawing/2014/main" val="1399092910"/>
                      </a:ext>
                    </a:extLst>
                  </a:tr>
                  <a:tr h="228600">
                    <a:tc>
                      <a:txBody>
                        <a:bodyPr/>
                        <a:lstStyle/>
                        <a:p>
                          <a:pPr algn="just"/>
                          <a:r>
                            <a:rPr lang="en-US" sz="1600">
                              <a:effectLst/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Khỉ đột</a:t>
                          </a:r>
                          <a:endParaRPr lang="en-VN" sz="1600">
                            <a:effectLst/>
                            <a:latin typeface="Courier New" panose="02070309020205020404" pitchFamily="49" charset="0"/>
                            <a:ea typeface="MS Mincho" panose="02020609040205080304" pitchFamily="49" charset="-128"/>
                            <a:cs typeface="Courier New" panose="02070309020205020404" pitchFamily="49" charset="0"/>
                          </a:endParaRPr>
                        </a:p>
                      </a:txBody>
                      <a:tcPr marL="67818" marR="67818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>
                              <a:effectLst/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C</a:t>
                          </a:r>
                          <a:endParaRPr lang="en-VN" sz="1600">
                            <a:effectLst/>
                            <a:latin typeface="Courier New" panose="02070309020205020404" pitchFamily="49" charset="0"/>
                            <a:ea typeface="MS Mincho" panose="02020609040205080304" pitchFamily="49" charset="-128"/>
                            <a:cs typeface="Courier New" panose="02070309020205020404" pitchFamily="49" charset="0"/>
                          </a:endParaRPr>
                        </a:p>
                      </a:txBody>
                      <a:tcPr marL="67818" marR="67818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>
                              <a:effectLst/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G</a:t>
                          </a:r>
                          <a:endParaRPr lang="en-VN" sz="1600">
                            <a:effectLst/>
                            <a:latin typeface="Courier New" panose="02070309020205020404" pitchFamily="49" charset="0"/>
                            <a:ea typeface="MS Mincho" panose="02020609040205080304" pitchFamily="49" charset="-128"/>
                            <a:cs typeface="Courier New" panose="02070309020205020404" pitchFamily="49" charset="0"/>
                          </a:endParaRPr>
                        </a:p>
                      </a:txBody>
                      <a:tcPr marL="67818" marR="67818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>
                              <a:effectLst/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A</a:t>
                          </a:r>
                          <a:endParaRPr lang="en-VN" sz="1600">
                            <a:effectLst/>
                            <a:latin typeface="Courier New" panose="02070309020205020404" pitchFamily="49" charset="0"/>
                            <a:ea typeface="MS Mincho" panose="02020609040205080304" pitchFamily="49" charset="-128"/>
                            <a:cs typeface="Courier New" panose="02070309020205020404" pitchFamily="49" charset="0"/>
                          </a:endParaRPr>
                        </a:p>
                      </a:txBody>
                      <a:tcPr marL="67818" marR="67818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>
                              <a:effectLst/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C</a:t>
                          </a:r>
                          <a:endParaRPr lang="en-VN" sz="1600" dirty="0">
                            <a:effectLst/>
                            <a:latin typeface="Courier New" panose="02070309020205020404" pitchFamily="49" charset="0"/>
                            <a:ea typeface="MS Mincho" panose="02020609040205080304" pitchFamily="49" charset="-128"/>
                            <a:cs typeface="Courier New" panose="02070309020205020404" pitchFamily="49" charset="0"/>
                          </a:endParaRPr>
                        </a:p>
                      </a:txBody>
                      <a:tcPr marL="67818" marR="67818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>
                              <a:effectLst/>
                              <a:latin typeface="Courier New" panose="02070309020205020404" pitchFamily="49" charset="0"/>
                              <a:cs typeface="Courier New" panose="02070309020205020404" pitchFamily="49" charset="0"/>
                              <a:sym typeface="Symbol" pitchFamily="2" charset="2"/>
                            </a:rPr>
                            <a:t></a:t>
                          </a:r>
                          <a:endParaRPr lang="en-VN" sz="1600" dirty="0">
                            <a:effectLst/>
                            <a:latin typeface="Courier New" panose="02070309020205020404" pitchFamily="49" charset="0"/>
                            <a:ea typeface="MS Mincho" panose="02020609040205080304" pitchFamily="49" charset="-128"/>
                            <a:cs typeface="Courier New" panose="02070309020205020404" pitchFamily="49" charset="0"/>
                          </a:endParaRPr>
                        </a:p>
                      </a:txBody>
                      <a:tcPr marL="67818" marR="67818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>
                              <a:effectLst/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T</a:t>
                          </a:r>
                          <a:endParaRPr lang="en-VN" sz="1600">
                            <a:effectLst/>
                            <a:latin typeface="Courier New" panose="02070309020205020404" pitchFamily="49" charset="0"/>
                            <a:ea typeface="MS Mincho" panose="02020609040205080304" pitchFamily="49" charset="-128"/>
                            <a:cs typeface="Courier New" panose="02070309020205020404" pitchFamily="49" charset="0"/>
                          </a:endParaRPr>
                        </a:p>
                      </a:txBody>
                      <a:tcPr marL="67818" marR="67818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>
                              <a:effectLst/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 </a:t>
                          </a:r>
                          <a:endParaRPr lang="en-VN" sz="1600">
                            <a:effectLst/>
                            <a:latin typeface="Courier New" panose="02070309020205020404" pitchFamily="49" charset="0"/>
                            <a:ea typeface="MS Mincho" panose="02020609040205080304" pitchFamily="49" charset="-128"/>
                            <a:cs typeface="Courier New" panose="02070309020205020404" pitchFamily="49" charset="0"/>
                          </a:endParaRPr>
                        </a:p>
                      </a:txBody>
                      <a:tcPr marL="67818" marR="67818" marT="0" marB="0" anchor="ctr"/>
                    </a:tc>
                    <a:extLst>
                      <a:ext uri="{0D108BD9-81ED-4DB2-BD59-A6C34878D82A}">
                        <a16:rowId xmlns:a16="http://schemas.microsoft.com/office/drawing/2014/main" val="3502321052"/>
                      </a:ext>
                    </a:extLst>
                  </a:tr>
                  <a:tr h="228600">
                    <a:tc>
                      <a:txBody>
                        <a:bodyPr/>
                        <a:lstStyle/>
                        <a:p>
                          <a:pPr algn="just"/>
                          <a:r>
                            <a:rPr lang="en-US" sz="1600">
                              <a:effectLst/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Khỉ nâu</a:t>
                          </a:r>
                          <a:endParaRPr lang="en-VN" sz="1600">
                            <a:effectLst/>
                            <a:latin typeface="Courier New" panose="02070309020205020404" pitchFamily="49" charset="0"/>
                            <a:ea typeface="MS Mincho" panose="02020609040205080304" pitchFamily="49" charset="-128"/>
                            <a:cs typeface="Courier New" panose="02070309020205020404" pitchFamily="49" charset="0"/>
                          </a:endParaRPr>
                        </a:p>
                      </a:txBody>
                      <a:tcPr marL="67818" marR="67818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>
                              <a:effectLst/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G</a:t>
                          </a:r>
                          <a:endParaRPr lang="en-VN" sz="1600">
                            <a:effectLst/>
                            <a:latin typeface="Courier New" panose="02070309020205020404" pitchFamily="49" charset="0"/>
                            <a:ea typeface="MS Mincho" panose="02020609040205080304" pitchFamily="49" charset="-128"/>
                            <a:cs typeface="Courier New" panose="02070309020205020404" pitchFamily="49" charset="0"/>
                          </a:endParaRPr>
                        </a:p>
                      </a:txBody>
                      <a:tcPr marL="67818" marR="67818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>
                              <a:effectLst/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A</a:t>
                          </a:r>
                          <a:endParaRPr lang="en-VN" sz="1600">
                            <a:effectLst/>
                            <a:latin typeface="Courier New" panose="02070309020205020404" pitchFamily="49" charset="0"/>
                            <a:ea typeface="MS Mincho" panose="02020609040205080304" pitchFamily="49" charset="-128"/>
                            <a:cs typeface="Courier New" panose="02070309020205020404" pitchFamily="49" charset="0"/>
                          </a:endParaRPr>
                        </a:p>
                      </a:txBody>
                      <a:tcPr marL="67818" marR="67818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>
                              <a:effectLst/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C</a:t>
                          </a:r>
                          <a:endParaRPr lang="en-VN" sz="1600">
                            <a:effectLst/>
                            <a:latin typeface="Courier New" panose="02070309020205020404" pitchFamily="49" charset="0"/>
                            <a:ea typeface="MS Mincho" panose="02020609040205080304" pitchFamily="49" charset="-128"/>
                            <a:cs typeface="Courier New" panose="02070309020205020404" pitchFamily="49" charset="0"/>
                          </a:endParaRPr>
                        </a:p>
                      </a:txBody>
                      <a:tcPr marL="67818" marR="67818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>
                              <a:effectLst/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G</a:t>
                          </a:r>
                          <a:endParaRPr lang="en-VN" sz="1600" dirty="0">
                            <a:effectLst/>
                            <a:latin typeface="Courier New" panose="02070309020205020404" pitchFamily="49" charset="0"/>
                            <a:ea typeface="MS Mincho" panose="02020609040205080304" pitchFamily="49" charset="-128"/>
                            <a:cs typeface="Courier New" panose="02070309020205020404" pitchFamily="49" charset="0"/>
                          </a:endParaRPr>
                        </a:p>
                      </a:txBody>
                      <a:tcPr marL="67818" marR="67818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>
                              <a:effectLst/>
                              <a:latin typeface="Courier New" panose="02070309020205020404" pitchFamily="49" charset="0"/>
                              <a:cs typeface="Courier New" panose="02070309020205020404" pitchFamily="49" charset="0"/>
                              <a:sym typeface="Symbol" pitchFamily="2" charset="2"/>
                            </a:rPr>
                            <a:t></a:t>
                          </a:r>
                          <a:endParaRPr lang="en-VN" sz="1600" dirty="0">
                            <a:effectLst/>
                            <a:latin typeface="Courier New" panose="02070309020205020404" pitchFamily="49" charset="0"/>
                            <a:ea typeface="MS Mincho" panose="02020609040205080304" pitchFamily="49" charset="-128"/>
                            <a:cs typeface="Courier New" panose="02070309020205020404" pitchFamily="49" charset="0"/>
                          </a:endParaRPr>
                        </a:p>
                      </a:txBody>
                      <a:tcPr marL="67818" marR="67818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>
                              <a:effectLst/>
                              <a:latin typeface="Courier New" panose="02070309020205020404" pitchFamily="49" charset="0"/>
                              <a:cs typeface="Courier New" panose="02070309020205020404" pitchFamily="49" charset="0"/>
                              <a:sym typeface="Symbol" pitchFamily="2" charset="2"/>
                            </a:rPr>
                            <a:t></a:t>
                          </a:r>
                          <a:endParaRPr lang="en-VN" sz="1600">
                            <a:effectLst/>
                            <a:latin typeface="Courier New" panose="02070309020205020404" pitchFamily="49" charset="0"/>
                            <a:ea typeface="MS Mincho" panose="02020609040205080304" pitchFamily="49" charset="-128"/>
                            <a:cs typeface="Courier New" panose="02070309020205020404" pitchFamily="49" charset="0"/>
                          </a:endParaRPr>
                        </a:p>
                      </a:txBody>
                      <a:tcPr marL="67818" marR="67818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>
                              <a:effectLst/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 </a:t>
                          </a:r>
                          <a:endParaRPr lang="en-VN" sz="1600">
                            <a:effectLst/>
                            <a:latin typeface="Courier New" panose="02070309020205020404" pitchFamily="49" charset="0"/>
                            <a:ea typeface="MS Mincho" panose="02020609040205080304" pitchFamily="49" charset="-128"/>
                            <a:cs typeface="Courier New" panose="02070309020205020404" pitchFamily="49" charset="0"/>
                          </a:endParaRPr>
                        </a:p>
                      </a:txBody>
                      <a:tcPr marL="67818" marR="67818" marT="0" marB="0" anchor="ctr"/>
                    </a:tc>
                    <a:extLst>
                      <a:ext uri="{0D108BD9-81ED-4DB2-BD59-A6C34878D82A}">
                        <a16:rowId xmlns:a16="http://schemas.microsoft.com/office/drawing/2014/main" val="4223695022"/>
                      </a:ext>
                    </a:extLst>
                  </a:tr>
                  <a:tr h="228600">
                    <a:tc>
                      <a:txBody>
                        <a:bodyPr/>
                        <a:lstStyle/>
                        <a:p>
                          <a:pPr algn="just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600">
                                    <a:effectLst/>
                                    <a:latin typeface="Cambria Math" panose="02040503050406030204" pitchFamily="18" charset="0"/>
                                  </a:rPr>
                                  <m:t>𝑓</m:t>
                                </m:r>
                                <m:d>
                                  <m:dPr>
                                    <m:ctrlPr>
                                      <a:rPr lang="en-VN" sz="1600" i="1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n-VN" sz="1600" i="1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600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  <m:t>𝑨</m:t>
                                        </m:r>
                                      </m:e>
                                      <m:sub>
                                        <m:r>
                                          <a:rPr lang="en-US" sz="1600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  <m:t>𝑠</m:t>
                                        </m:r>
                                      </m:sub>
                                    </m:sSub>
                                  </m:e>
                                </m:d>
                              </m:oMath>
                            </m:oMathPara>
                          </a14:m>
                          <a:endParaRPr lang="en-VN" sz="1600">
                            <a:effectLst/>
                            <a:latin typeface="Courier New" panose="02070309020205020404" pitchFamily="49" charset="0"/>
                            <a:ea typeface="MS Mincho" panose="02020609040205080304" pitchFamily="49" charset="-128"/>
                            <a:cs typeface="Courier New" panose="02070309020205020404" pitchFamily="49" charset="0"/>
                          </a:endParaRPr>
                        </a:p>
                      </a:txBody>
                      <a:tcPr marL="67818" marR="67818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VN" sz="1600" dirty="0">
                            <a:effectLst/>
                            <a:latin typeface="Courier New" panose="02070309020205020404" pitchFamily="49" charset="0"/>
                            <a:ea typeface="MS Mincho" panose="02020609040205080304" pitchFamily="49" charset="-128"/>
                            <a:cs typeface="Courier New" panose="02070309020205020404" pitchFamily="49" charset="0"/>
                          </a:endParaRPr>
                        </a:p>
                      </a:txBody>
                      <a:tcPr marL="67818" marR="67818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VN" sz="1600">
                            <a:effectLst/>
                            <a:latin typeface="Courier New" panose="02070309020205020404" pitchFamily="49" charset="0"/>
                            <a:ea typeface="MS Mincho" panose="02020609040205080304" pitchFamily="49" charset="-128"/>
                            <a:cs typeface="Courier New" panose="02070309020205020404" pitchFamily="49" charset="0"/>
                          </a:endParaRPr>
                        </a:p>
                      </a:txBody>
                      <a:tcPr marL="67818" marR="67818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VN" sz="1600">
                            <a:effectLst/>
                            <a:latin typeface="Courier New" panose="02070309020205020404" pitchFamily="49" charset="0"/>
                            <a:ea typeface="MS Mincho" panose="02020609040205080304" pitchFamily="49" charset="-128"/>
                            <a:cs typeface="Courier New" panose="02070309020205020404" pitchFamily="49" charset="0"/>
                          </a:endParaRPr>
                        </a:p>
                      </a:txBody>
                      <a:tcPr marL="67818" marR="67818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VN" sz="1600" dirty="0">
                            <a:effectLst/>
                            <a:latin typeface="Courier New" panose="02070309020205020404" pitchFamily="49" charset="0"/>
                            <a:ea typeface="MS Mincho" panose="02020609040205080304" pitchFamily="49" charset="-128"/>
                            <a:cs typeface="Courier New" panose="02070309020205020404" pitchFamily="49" charset="0"/>
                          </a:endParaRPr>
                        </a:p>
                      </a:txBody>
                      <a:tcPr marL="67818" marR="67818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VN" sz="1600" dirty="0">
                            <a:effectLst/>
                            <a:latin typeface="Courier New" panose="02070309020205020404" pitchFamily="49" charset="0"/>
                            <a:ea typeface="MS Mincho" panose="02020609040205080304" pitchFamily="49" charset="-128"/>
                            <a:cs typeface="Courier New" panose="02070309020205020404" pitchFamily="49" charset="0"/>
                          </a:endParaRPr>
                        </a:p>
                      </a:txBody>
                      <a:tcPr marL="67818" marR="67818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VN" sz="1600">
                            <a:effectLst/>
                            <a:latin typeface="Courier New" panose="02070309020205020404" pitchFamily="49" charset="0"/>
                            <a:ea typeface="MS Mincho" panose="02020609040205080304" pitchFamily="49" charset="-128"/>
                            <a:cs typeface="Courier New" panose="02070309020205020404" pitchFamily="49" charset="0"/>
                          </a:endParaRPr>
                        </a:p>
                      </a:txBody>
                      <a:tcPr marL="67818" marR="67818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VN" sz="1600" dirty="0">
                            <a:effectLst/>
                            <a:latin typeface="Courier New" panose="02070309020205020404" pitchFamily="49" charset="0"/>
                            <a:ea typeface="MS Mincho" panose="02020609040205080304" pitchFamily="49" charset="-128"/>
                            <a:cs typeface="Courier New" panose="02070309020205020404" pitchFamily="49" charset="0"/>
                          </a:endParaRPr>
                        </a:p>
                      </a:txBody>
                      <a:tcPr marL="67818" marR="67818" marT="0" marB="0" anchor="ctr"/>
                    </a:tc>
                    <a:extLst>
                      <a:ext uri="{0D108BD9-81ED-4DB2-BD59-A6C34878D82A}">
                        <a16:rowId xmlns:a16="http://schemas.microsoft.com/office/drawing/2014/main" val="1218498231"/>
                      </a:ext>
                    </a:extLst>
                  </a:tr>
                  <a:tr h="228600">
                    <a:tc>
                      <a:txBody>
                        <a:bodyPr/>
                        <a:lstStyle/>
                        <a:p>
                          <a:pPr algn="just"/>
                          <a:r>
                            <a:rPr lang="en-US" sz="1600">
                              <a:effectLst/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Người</a:t>
                          </a:r>
                          <a:endParaRPr lang="en-VN" sz="1600">
                            <a:effectLst/>
                            <a:latin typeface="Courier New" panose="02070309020205020404" pitchFamily="49" charset="0"/>
                            <a:ea typeface="MS Mincho" panose="02020609040205080304" pitchFamily="49" charset="-128"/>
                            <a:cs typeface="Courier New" panose="02070309020205020404" pitchFamily="49" charset="0"/>
                          </a:endParaRPr>
                        </a:p>
                      </a:txBody>
                      <a:tcPr marL="67818" marR="67818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>
                              <a:effectLst/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T</a:t>
                          </a:r>
                          <a:endParaRPr lang="en-VN" sz="1600">
                            <a:effectLst/>
                            <a:latin typeface="Courier New" panose="02070309020205020404" pitchFamily="49" charset="0"/>
                            <a:ea typeface="MS Mincho" panose="02020609040205080304" pitchFamily="49" charset="-128"/>
                            <a:cs typeface="Courier New" panose="02070309020205020404" pitchFamily="49" charset="0"/>
                          </a:endParaRPr>
                        </a:p>
                      </a:txBody>
                      <a:tcPr marL="67818" marR="67818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>
                              <a:effectLst/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G</a:t>
                          </a:r>
                          <a:endParaRPr lang="en-VN" sz="1600">
                            <a:effectLst/>
                            <a:latin typeface="Courier New" panose="02070309020205020404" pitchFamily="49" charset="0"/>
                            <a:ea typeface="MS Mincho" panose="02020609040205080304" pitchFamily="49" charset="-128"/>
                            <a:cs typeface="Courier New" panose="02070309020205020404" pitchFamily="49" charset="0"/>
                          </a:endParaRPr>
                        </a:p>
                      </a:txBody>
                      <a:tcPr marL="67818" marR="67818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>
                              <a:effectLst/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A</a:t>
                          </a:r>
                          <a:endParaRPr lang="en-VN" sz="1600">
                            <a:effectLst/>
                            <a:latin typeface="Courier New" panose="02070309020205020404" pitchFamily="49" charset="0"/>
                            <a:ea typeface="MS Mincho" panose="02020609040205080304" pitchFamily="49" charset="-128"/>
                            <a:cs typeface="Courier New" panose="02070309020205020404" pitchFamily="49" charset="0"/>
                          </a:endParaRPr>
                        </a:p>
                      </a:txBody>
                      <a:tcPr marL="67818" marR="67818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>
                              <a:effectLst/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C</a:t>
                          </a:r>
                          <a:endParaRPr lang="en-VN" sz="1600">
                            <a:effectLst/>
                            <a:latin typeface="Courier New" panose="02070309020205020404" pitchFamily="49" charset="0"/>
                            <a:ea typeface="MS Mincho" panose="02020609040205080304" pitchFamily="49" charset="-128"/>
                            <a:cs typeface="Courier New" panose="02070309020205020404" pitchFamily="49" charset="0"/>
                          </a:endParaRPr>
                        </a:p>
                      </a:txBody>
                      <a:tcPr marL="67818" marR="67818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>
                              <a:effectLst/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G</a:t>
                          </a:r>
                          <a:endParaRPr lang="en-VN" sz="1600" dirty="0">
                            <a:effectLst/>
                            <a:latin typeface="Courier New" panose="02070309020205020404" pitchFamily="49" charset="0"/>
                            <a:ea typeface="MS Mincho" panose="02020609040205080304" pitchFamily="49" charset="-128"/>
                            <a:cs typeface="Courier New" panose="02070309020205020404" pitchFamily="49" charset="0"/>
                          </a:endParaRPr>
                        </a:p>
                      </a:txBody>
                      <a:tcPr marL="67818" marR="67818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>
                              <a:effectLst/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T</a:t>
                          </a:r>
                          <a:endParaRPr lang="en-VN" sz="1600" dirty="0">
                            <a:effectLst/>
                            <a:latin typeface="Courier New" panose="02070309020205020404" pitchFamily="49" charset="0"/>
                            <a:ea typeface="MS Mincho" panose="02020609040205080304" pitchFamily="49" charset="-128"/>
                            <a:cs typeface="Courier New" panose="02070309020205020404" pitchFamily="49" charset="0"/>
                          </a:endParaRPr>
                        </a:p>
                      </a:txBody>
                      <a:tcPr marL="67818" marR="67818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>
                              <a:effectLst/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 </a:t>
                          </a:r>
                          <a:endParaRPr lang="en-VN" sz="1600" dirty="0">
                            <a:effectLst/>
                            <a:latin typeface="Courier New" panose="02070309020205020404" pitchFamily="49" charset="0"/>
                            <a:ea typeface="MS Mincho" panose="02020609040205080304" pitchFamily="49" charset="-128"/>
                            <a:cs typeface="Courier New" panose="02070309020205020404" pitchFamily="49" charset="0"/>
                          </a:endParaRPr>
                        </a:p>
                      </a:txBody>
                      <a:tcPr marL="67818" marR="67818" marT="0" marB="0" anchor="ctr"/>
                    </a:tc>
                    <a:extLst>
                      <a:ext uri="{0D108BD9-81ED-4DB2-BD59-A6C34878D82A}">
                        <a16:rowId xmlns:a16="http://schemas.microsoft.com/office/drawing/2014/main" val="3942313211"/>
                      </a:ext>
                    </a:extLst>
                  </a:tr>
                  <a:tr h="228600">
                    <a:tc>
                      <a:txBody>
                        <a:bodyPr/>
                        <a:lstStyle/>
                        <a:p>
                          <a:pPr algn="just"/>
                          <a:r>
                            <a:rPr lang="en-US" sz="1600">
                              <a:effectLst/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Tinh tinh</a:t>
                          </a:r>
                          <a:endParaRPr lang="en-VN" sz="1600">
                            <a:effectLst/>
                            <a:latin typeface="Courier New" panose="02070309020205020404" pitchFamily="49" charset="0"/>
                            <a:ea typeface="MS Mincho" panose="02020609040205080304" pitchFamily="49" charset="-128"/>
                            <a:cs typeface="Courier New" panose="02070309020205020404" pitchFamily="49" charset="0"/>
                          </a:endParaRPr>
                        </a:p>
                      </a:txBody>
                      <a:tcPr marL="67818" marR="67818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>
                              <a:effectLst/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T</a:t>
                          </a:r>
                          <a:endParaRPr lang="en-VN" sz="1600">
                            <a:effectLst/>
                            <a:latin typeface="Courier New" panose="02070309020205020404" pitchFamily="49" charset="0"/>
                            <a:ea typeface="MS Mincho" panose="02020609040205080304" pitchFamily="49" charset="-128"/>
                            <a:cs typeface="Courier New" panose="02070309020205020404" pitchFamily="49" charset="0"/>
                          </a:endParaRPr>
                        </a:p>
                      </a:txBody>
                      <a:tcPr marL="67818" marR="67818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>
                              <a:effectLst/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G</a:t>
                          </a:r>
                          <a:endParaRPr lang="en-VN" sz="1600">
                            <a:effectLst/>
                            <a:latin typeface="Courier New" panose="02070309020205020404" pitchFamily="49" charset="0"/>
                            <a:ea typeface="MS Mincho" panose="02020609040205080304" pitchFamily="49" charset="-128"/>
                            <a:cs typeface="Courier New" panose="02070309020205020404" pitchFamily="49" charset="0"/>
                          </a:endParaRPr>
                        </a:p>
                      </a:txBody>
                      <a:tcPr marL="67818" marR="67818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>
                              <a:effectLst/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A</a:t>
                          </a:r>
                          <a:endParaRPr lang="en-VN" sz="1600">
                            <a:effectLst/>
                            <a:latin typeface="Courier New" panose="02070309020205020404" pitchFamily="49" charset="0"/>
                            <a:ea typeface="MS Mincho" panose="02020609040205080304" pitchFamily="49" charset="-128"/>
                            <a:cs typeface="Courier New" panose="02070309020205020404" pitchFamily="49" charset="0"/>
                          </a:endParaRPr>
                        </a:p>
                      </a:txBody>
                      <a:tcPr marL="67818" marR="67818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>
                              <a:effectLst/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C</a:t>
                          </a:r>
                          <a:endParaRPr lang="en-VN" sz="1600">
                            <a:effectLst/>
                            <a:latin typeface="Courier New" panose="02070309020205020404" pitchFamily="49" charset="0"/>
                            <a:ea typeface="MS Mincho" panose="02020609040205080304" pitchFamily="49" charset="-128"/>
                            <a:cs typeface="Courier New" panose="02070309020205020404" pitchFamily="49" charset="0"/>
                          </a:endParaRPr>
                        </a:p>
                      </a:txBody>
                      <a:tcPr marL="67818" marR="67818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>
                              <a:effectLst/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T</a:t>
                          </a:r>
                          <a:endParaRPr lang="en-VN" sz="1600" dirty="0">
                            <a:effectLst/>
                            <a:latin typeface="Courier New" panose="02070309020205020404" pitchFamily="49" charset="0"/>
                            <a:ea typeface="MS Mincho" panose="02020609040205080304" pitchFamily="49" charset="-128"/>
                            <a:cs typeface="Courier New" panose="02070309020205020404" pitchFamily="49" charset="0"/>
                          </a:endParaRPr>
                        </a:p>
                      </a:txBody>
                      <a:tcPr marL="67818" marR="67818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>
                              <a:effectLst/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T</a:t>
                          </a:r>
                          <a:endParaRPr lang="en-VN" sz="1600" dirty="0">
                            <a:effectLst/>
                            <a:latin typeface="Courier New" panose="02070309020205020404" pitchFamily="49" charset="0"/>
                            <a:ea typeface="MS Mincho" panose="02020609040205080304" pitchFamily="49" charset="-128"/>
                            <a:cs typeface="Courier New" panose="02070309020205020404" pitchFamily="49" charset="0"/>
                          </a:endParaRPr>
                        </a:p>
                      </a:txBody>
                      <a:tcPr marL="67818" marR="67818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>
                              <a:effectLst/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 </a:t>
                          </a:r>
                          <a:endParaRPr lang="en-VN" sz="1600">
                            <a:effectLst/>
                            <a:latin typeface="Courier New" panose="02070309020205020404" pitchFamily="49" charset="0"/>
                            <a:ea typeface="MS Mincho" panose="02020609040205080304" pitchFamily="49" charset="-128"/>
                            <a:cs typeface="Courier New" panose="02070309020205020404" pitchFamily="49" charset="0"/>
                          </a:endParaRPr>
                        </a:p>
                      </a:txBody>
                      <a:tcPr marL="67818" marR="67818" marT="0" marB="0" anchor="ctr"/>
                    </a:tc>
                    <a:extLst>
                      <a:ext uri="{0D108BD9-81ED-4DB2-BD59-A6C34878D82A}">
                        <a16:rowId xmlns:a16="http://schemas.microsoft.com/office/drawing/2014/main" val="209257809"/>
                      </a:ext>
                    </a:extLst>
                  </a:tr>
                  <a:tr h="228600">
                    <a:tc>
                      <a:txBody>
                        <a:bodyPr/>
                        <a:lstStyle/>
                        <a:p>
                          <a:pPr algn="just"/>
                          <a:r>
                            <a:rPr lang="en-US" sz="1600">
                              <a:effectLst/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Khỉ đột</a:t>
                          </a:r>
                          <a:endParaRPr lang="en-VN" sz="1600">
                            <a:effectLst/>
                            <a:latin typeface="Courier New" panose="02070309020205020404" pitchFamily="49" charset="0"/>
                            <a:ea typeface="MS Mincho" panose="02020609040205080304" pitchFamily="49" charset="-128"/>
                            <a:cs typeface="Courier New" panose="02070309020205020404" pitchFamily="49" charset="0"/>
                          </a:endParaRPr>
                        </a:p>
                      </a:txBody>
                      <a:tcPr marL="67818" marR="67818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>
                              <a:effectLst/>
                              <a:latin typeface="Courier New" panose="02070309020205020404" pitchFamily="49" charset="0"/>
                              <a:cs typeface="Courier New" panose="02070309020205020404" pitchFamily="49" charset="0"/>
                              <a:sym typeface="Symbol" pitchFamily="2" charset="2"/>
                            </a:rPr>
                            <a:t></a:t>
                          </a:r>
                          <a:endParaRPr lang="en-VN" sz="1600">
                            <a:effectLst/>
                            <a:latin typeface="Courier New" panose="02070309020205020404" pitchFamily="49" charset="0"/>
                            <a:ea typeface="MS Mincho" panose="02020609040205080304" pitchFamily="49" charset="-128"/>
                            <a:cs typeface="Courier New" panose="02070309020205020404" pitchFamily="49" charset="0"/>
                          </a:endParaRPr>
                        </a:p>
                      </a:txBody>
                      <a:tcPr marL="67818" marR="67818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>
                              <a:effectLst/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C</a:t>
                          </a:r>
                          <a:endParaRPr lang="en-VN" sz="1600">
                            <a:effectLst/>
                            <a:latin typeface="Courier New" panose="02070309020205020404" pitchFamily="49" charset="0"/>
                            <a:ea typeface="MS Mincho" panose="02020609040205080304" pitchFamily="49" charset="-128"/>
                            <a:cs typeface="Courier New" panose="02070309020205020404" pitchFamily="49" charset="0"/>
                          </a:endParaRPr>
                        </a:p>
                      </a:txBody>
                      <a:tcPr marL="67818" marR="67818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>
                              <a:effectLst/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G</a:t>
                          </a:r>
                          <a:endParaRPr lang="en-VN" sz="1600">
                            <a:effectLst/>
                            <a:latin typeface="Courier New" panose="02070309020205020404" pitchFamily="49" charset="0"/>
                            <a:ea typeface="MS Mincho" panose="02020609040205080304" pitchFamily="49" charset="-128"/>
                            <a:cs typeface="Courier New" panose="02070309020205020404" pitchFamily="49" charset="0"/>
                          </a:endParaRPr>
                        </a:p>
                      </a:txBody>
                      <a:tcPr marL="67818" marR="67818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>
                              <a:effectLst/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A</a:t>
                          </a:r>
                          <a:endParaRPr lang="en-VN" sz="1600">
                            <a:effectLst/>
                            <a:latin typeface="Courier New" panose="02070309020205020404" pitchFamily="49" charset="0"/>
                            <a:ea typeface="MS Mincho" panose="02020609040205080304" pitchFamily="49" charset="-128"/>
                            <a:cs typeface="Courier New" panose="02070309020205020404" pitchFamily="49" charset="0"/>
                          </a:endParaRPr>
                        </a:p>
                      </a:txBody>
                      <a:tcPr marL="67818" marR="67818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>
                              <a:effectLst/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C</a:t>
                          </a:r>
                          <a:endParaRPr lang="en-VN" sz="1600">
                            <a:effectLst/>
                            <a:latin typeface="Courier New" panose="02070309020205020404" pitchFamily="49" charset="0"/>
                            <a:ea typeface="MS Mincho" panose="02020609040205080304" pitchFamily="49" charset="-128"/>
                            <a:cs typeface="Courier New" panose="02070309020205020404" pitchFamily="49" charset="0"/>
                          </a:endParaRPr>
                        </a:p>
                      </a:txBody>
                      <a:tcPr marL="67818" marR="67818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>
                              <a:effectLst/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T</a:t>
                          </a:r>
                          <a:endParaRPr lang="en-VN" sz="1600" dirty="0">
                            <a:effectLst/>
                            <a:latin typeface="Courier New" panose="02070309020205020404" pitchFamily="49" charset="0"/>
                            <a:ea typeface="MS Mincho" panose="02020609040205080304" pitchFamily="49" charset="-128"/>
                            <a:cs typeface="Courier New" panose="02070309020205020404" pitchFamily="49" charset="0"/>
                          </a:endParaRPr>
                        </a:p>
                      </a:txBody>
                      <a:tcPr marL="67818" marR="67818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>
                              <a:effectLst/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 </a:t>
                          </a:r>
                          <a:endParaRPr lang="en-VN" sz="1600" dirty="0">
                            <a:effectLst/>
                            <a:latin typeface="Courier New" panose="02070309020205020404" pitchFamily="49" charset="0"/>
                            <a:ea typeface="MS Mincho" panose="02020609040205080304" pitchFamily="49" charset="-128"/>
                            <a:cs typeface="Courier New" panose="02070309020205020404" pitchFamily="49" charset="0"/>
                          </a:endParaRPr>
                        </a:p>
                      </a:txBody>
                      <a:tcPr marL="67818" marR="67818" marT="0" marB="0" anchor="ctr"/>
                    </a:tc>
                    <a:extLst>
                      <a:ext uri="{0D108BD9-81ED-4DB2-BD59-A6C34878D82A}">
                        <a16:rowId xmlns:a16="http://schemas.microsoft.com/office/drawing/2014/main" val="1215900921"/>
                      </a:ext>
                    </a:extLst>
                  </a:tr>
                  <a:tr h="228600">
                    <a:tc>
                      <a:txBody>
                        <a:bodyPr/>
                        <a:lstStyle/>
                        <a:p>
                          <a:pPr algn="just"/>
                          <a:r>
                            <a:rPr lang="en-US" sz="1600">
                              <a:effectLst/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Khỉ nâu</a:t>
                          </a:r>
                          <a:endParaRPr lang="en-VN" sz="1600">
                            <a:effectLst/>
                            <a:latin typeface="Courier New" panose="02070309020205020404" pitchFamily="49" charset="0"/>
                            <a:ea typeface="MS Mincho" panose="02020609040205080304" pitchFamily="49" charset="-128"/>
                            <a:cs typeface="Courier New" panose="02070309020205020404" pitchFamily="49" charset="0"/>
                          </a:endParaRPr>
                        </a:p>
                      </a:txBody>
                      <a:tcPr marL="67818" marR="67818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>
                              <a:effectLst/>
                              <a:latin typeface="Courier New" panose="02070309020205020404" pitchFamily="49" charset="0"/>
                              <a:cs typeface="Courier New" panose="02070309020205020404" pitchFamily="49" charset="0"/>
                              <a:sym typeface="Symbol" pitchFamily="2" charset="2"/>
                            </a:rPr>
                            <a:t></a:t>
                          </a:r>
                          <a:endParaRPr lang="en-VN" sz="1600">
                            <a:effectLst/>
                            <a:latin typeface="Courier New" panose="02070309020205020404" pitchFamily="49" charset="0"/>
                            <a:ea typeface="MS Mincho" panose="02020609040205080304" pitchFamily="49" charset="-128"/>
                            <a:cs typeface="Courier New" panose="02070309020205020404" pitchFamily="49" charset="0"/>
                          </a:endParaRPr>
                        </a:p>
                      </a:txBody>
                      <a:tcPr marL="67818" marR="67818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>
                              <a:effectLst/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G</a:t>
                          </a:r>
                          <a:endParaRPr lang="en-VN" sz="1600">
                            <a:effectLst/>
                            <a:latin typeface="Courier New" panose="02070309020205020404" pitchFamily="49" charset="0"/>
                            <a:ea typeface="MS Mincho" panose="02020609040205080304" pitchFamily="49" charset="-128"/>
                            <a:cs typeface="Courier New" panose="02070309020205020404" pitchFamily="49" charset="0"/>
                          </a:endParaRPr>
                        </a:p>
                      </a:txBody>
                      <a:tcPr marL="67818" marR="67818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>
                              <a:effectLst/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A</a:t>
                          </a:r>
                          <a:endParaRPr lang="en-VN" sz="1600">
                            <a:effectLst/>
                            <a:latin typeface="Courier New" panose="02070309020205020404" pitchFamily="49" charset="0"/>
                            <a:ea typeface="MS Mincho" panose="02020609040205080304" pitchFamily="49" charset="-128"/>
                            <a:cs typeface="Courier New" panose="02070309020205020404" pitchFamily="49" charset="0"/>
                          </a:endParaRPr>
                        </a:p>
                      </a:txBody>
                      <a:tcPr marL="67818" marR="67818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>
                              <a:effectLst/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C</a:t>
                          </a:r>
                          <a:endParaRPr lang="en-VN" sz="1600">
                            <a:effectLst/>
                            <a:latin typeface="Courier New" panose="02070309020205020404" pitchFamily="49" charset="0"/>
                            <a:ea typeface="MS Mincho" panose="02020609040205080304" pitchFamily="49" charset="-128"/>
                            <a:cs typeface="Courier New" panose="02070309020205020404" pitchFamily="49" charset="0"/>
                          </a:endParaRPr>
                        </a:p>
                      </a:txBody>
                      <a:tcPr marL="67818" marR="67818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>
                              <a:effectLst/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G</a:t>
                          </a:r>
                          <a:endParaRPr lang="en-VN" sz="1600">
                            <a:effectLst/>
                            <a:latin typeface="Courier New" panose="02070309020205020404" pitchFamily="49" charset="0"/>
                            <a:ea typeface="MS Mincho" panose="02020609040205080304" pitchFamily="49" charset="-128"/>
                            <a:cs typeface="Courier New" panose="02070309020205020404" pitchFamily="49" charset="0"/>
                          </a:endParaRPr>
                        </a:p>
                      </a:txBody>
                      <a:tcPr marL="67818" marR="67818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>
                              <a:effectLst/>
                              <a:latin typeface="Courier New" panose="02070309020205020404" pitchFamily="49" charset="0"/>
                              <a:cs typeface="Courier New" panose="02070309020205020404" pitchFamily="49" charset="0"/>
                              <a:sym typeface="Symbol" pitchFamily="2" charset="2"/>
                            </a:rPr>
                            <a:t></a:t>
                          </a:r>
                          <a:endParaRPr lang="en-VN" sz="1600" dirty="0">
                            <a:effectLst/>
                            <a:latin typeface="Courier New" panose="02070309020205020404" pitchFamily="49" charset="0"/>
                            <a:ea typeface="MS Mincho" panose="02020609040205080304" pitchFamily="49" charset="-128"/>
                            <a:cs typeface="Courier New" panose="02070309020205020404" pitchFamily="49" charset="0"/>
                          </a:endParaRPr>
                        </a:p>
                      </a:txBody>
                      <a:tcPr marL="67818" marR="67818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>
                              <a:effectLst/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 </a:t>
                          </a:r>
                          <a:endParaRPr lang="en-VN" sz="1600" dirty="0">
                            <a:effectLst/>
                            <a:latin typeface="Courier New" panose="02070309020205020404" pitchFamily="49" charset="0"/>
                            <a:ea typeface="MS Mincho" panose="02020609040205080304" pitchFamily="49" charset="-128"/>
                            <a:cs typeface="Courier New" panose="02070309020205020404" pitchFamily="49" charset="0"/>
                          </a:endParaRPr>
                        </a:p>
                      </a:txBody>
                      <a:tcPr marL="67818" marR="67818" marT="0" marB="0" anchor="ctr"/>
                    </a:tc>
                    <a:extLst>
                      <a:ext uri="{0D108BD9-81ED-4DB2-BD59-A6C34878D82A}">
                        <a16:rowId xmlns:a16="http://schemas.microsoft.com/office/drawing/2014/main" val="977194322"/>
                      </a:ext>
                    </a:extLst>
                  </a:tr>
                  <a:tr h="228600">
                    <a:tc>
                      <a:txBody>
                        <a:bodyPr/>
                        <a:lstStyle/>
                        <a:p>
                          <a:pPr algn="just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600">
                                    <a:effectLst/>
                                    <a:latin typeface="Cambria Math" panose="02040503050406030204" pitchFamily="18" charset="0"/>
                                  </a:rPr>
                                  <m:t>𝑓</m:t>
                                </m:r>
                                <m:d>
                                  <m:dPr>
                                    <m:ctrlPr>
                                      <a:rPr lang="en-VN" sz="1600" i="1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n-VN" sz="1600" i="1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600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  <m:t>𝑨</m:t>
                                        </m:r>
                                      </m:e>
                                      <m:sub>
                                        <m:r>
                                          <a:rPr lang="en-US" sz="1600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  <m:t>𝑠</m:t>
                                        </m:r>
                                      </m:sub>
                                    </m:sSub>
                                  </m:e>
                                </m:d>
                              </m:oMath>
                            </m:oMathPara>
                          </a14:m>
                          <a:endParaRPr lang="en-VN" sz="1600">
                            <a:effectLst/>
                            <a:latin typeface="Courier New" panose="02070309020205020404" pitchFamily="49" charset="0"/>
                            <a:ea typeface="MS Mincho" panose="02020609040205080304" pitchFamily="49" charset="-128"/>
                            <a:cs typeface="Courier New" panose="02070309020205020404" pitchFamily="49" charset="0"/>
                          </a:endParaRPr>
                        </a:p>
                      </a:txBody>
                      <a:tcPr marL="67818" marR="67818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VN" sz="1600" dirty="0">
                            <a:effectLst/>
                            <a:latin typeface="Courier New" panose="02070309020205020404" pitchFamily="49" charset="0"/>
                            <a:ea typeface="MS Mincho" panose="02020609040205080304" pitchFamily="49" charset="-128"/>
                            <a:cs typeface="Courier New" panose="02070309020205020404" pitchFamily="49" charset="0"/>
                          </a:endParaRPr>
                        </a:p>
                      </a:txBody>
                      <a:tcPr marL="67818" marR="67818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VN" sz="1600">
                            <a:effectLst/>
                            <a:latin typeface="Courier New" panose="02070309020205020404" pitchFamily="49" charset="0"/>
                            <a:ea typeface="MS Mincho" panose="02020609040205080304" pitchFamily="49" charset="-128"/>
                            <a:cs typeface="Courier New" panose="02070309020205020404" pitchFamily="49" charset="0"/>
                          </a:endParaRPr>
                        </a:p>
                      </a:txBody>
                      <a:tcPr marL="67818" marR="67818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VN" sz="1600">
                            <a:effectLst/>
                            <a:latin typeface="Courier New" panose="02070309020205020404" pitchFamily="49" charset="0"/>
                            <a:ea typeface="MS Mincho" panose="02020609040205080304" pitchFamily="49" charset="-128"/>
                            <a:cs typeface="Courier New" panose="02070309020205020404" pitchFamily="49" charset="0"/>
                          </a:endParaRPr>
                        </a:p>
                      </a:txBody>
                      <a:tcPr marL="67818" marR="67818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VN" sz="1600">
                            <a:effectLst/>
                            <a:latin typeface="Courier New" panose="02070309020205020404" pitchFamily="49" charset="0"/>
                            <a:ea typeface="MS Mincho" panose="02020609040205080304" pitchFamily="49" charset="-128"/>
                            <a:cs typeface="Courier New" panose="02070309020205020404" pitchFamily="49" charset="0"/>
                          </a:endParaRPr>
                        </a:p>
                      </a:txBody>
                      <a:tcPr marL="67818" marR="67818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VN" sz="1600">
                            <a:effectLst/>
                            <a:latin typeface="Courier New" panose="02070309020205020404" pitchFamily="49" charset="0"/>
                            <a:ea typeface="MS Mincho" panose="02020609040205080304" pitchFamily="49" charset="-128"/>
                            <a:cs typeface="Courier New" panose="02070309020205020404" pitchFamily="49" charset="0"/>
                          </a:endParaRPr>
                        </a:p>
                      </a:txBody>
                      <a:tcPr marL="67818" marR="67818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VN" sz="1600">
                            <a:effectLst/>
                            <a:latin typeface="Courier New" panose="02070309020205020404" pitchFamily="49" charset="0"/>
                            <a:ea typeface="MS Mincho" panose="02020609040205080304" pitchFamily="49" charset="-128"/>
                            <a:cs typeface="Courier New" panose="02070309020205020404" pitchFamily="49" charset="0"/>
                          </a:endParaRPr>
                        </a:p>
                      </a:txBody>
                      <a:tcPr marL="67818" marR="67818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VN" sz="1600" dirty="0">
                            <a:effectLst/>
                            <a:latin typeface="Courier New" panose="02070309020205020404" pitchFamily="49" charset="0"/>
                            <a:ea typeface="MS Mincho" panose="02020609040205080304" pitchFamily="49" charset="-128"/>
                            <a:cs typeface="Courier New" panose="02070309020205020404" pitchFamily="49" charset="0"/>
                          </a:endParaRPr>
                        </a:p>
                      </a:txBody>
                      <a:tcPr marL="67818" marR="67818" marT="0" marB="0" anchor="ctr"/>
                    </a:tc>
                    <a:extLst>
                      <a:ext uri="{0D108BD9-81ED-4DB2-BD59-A6C34878D82A}">
                        <a16:rowId xmlns:a16="http://schemas.microsoft.com/office/drawing/2014/main" val="3552331791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6" name="Table 5">
                <a:extLst>
                  <a:ext uri="{FF2B5EF4-FFF2-40B4-BE49-F238E27FC236}">
                    <a16:creationId xmlns:a16="http://schemas.microsoft.com/office/drawing/2014/main" id="{204AA6EB-0377-CC00-B113-C97E481F1F6F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138230566"/>
                  </p:ext>
                </p:extLst>
              </p:nvPr>
            </p:nvGraphicFramePr>
            <p:xfrm>
              <a:off x="533401" y="1447801"/>
              <a:ext cx="7620000" cy="4145280"/>
            </p:xfrm>
            <a:graphic>
              <a:graphicData uri="http://schemas.openxmlformats.org/drawingml/2006/table">
                <a:tbl>
                  <a:tblPr firstRow="1" firstCol="1" bandRow="1">
                    <a:tableStyleId>{5C22544A-7EE6-4342-B048-85BDC9FD1C3A}</a:tableStyleId>
                  </a:tblPr>
                  <a:tblGrid>
                    <a:gridCol w="1351533">
                      <a:extLst>
                        <a:ext uri="{9D8B030D-6E8A-4147-A177-3AD203B41FA5}">
                          <a16:colId xmlns:a16="http://schemas.microsoft.com/office/drawing/2014/main" val="56225502"/>
                        </a:ext>
                      </a:extLst>
                    </a:gridCol>
                    <a:gridCol w="854278">
                      <a:extLst>
                        <a:ext uri="{9D8B030D-6E8A-4147-A177-3AD203B41FA5}">
                          <a16:colId xmlns:a16="http://schemas.microsoft.com/office/drawing/2014/main" val="3229372666"/>
                        </a:ext>
                      </a:extLst>
                    </a:gridCol>
                    <a:gridCol w="854278">
                      <a:extLst>
                        <a:ext uri="{9D8B030D-6E8A-4147-A177-3AD203B41FA5}">
                          <a16:colId xmlns:a16="http://schemas.microsoft.com/office/drawing/2014/main" val="244553718"/>
                        </a:ext>
                      </a:extLst>
                    </a:gridCol>
                    <a:gridCol w="854278">
                      <a:extLst>
                        <a:ext uri="{9D8B030D-6E8A-4147-A177-3AD203B41FA5}">
                          <a16:colId xmlns:a16="http://schemas.microsoft.com/office/drawing/2014/main" val="4147183076"/>
                        </a:ext>
                      </a:extLst>
                    </a:gridCol>
                    <a:gridCol w="854278">
                      <a:extLst>
                        <a:ext uri="{9D8B030D-6E8A-4147-A177-3AD203B41FA5}">
                          <a16:colId xmlns:a16="http://schemas.microsoft.com/office/drawing/2014/main" val="2613087877"/>
                        </a:ext>
                      </a:extLst>
                    </a:gridCol>
                    <a:gridCol w="854278">
                      <a:extLst>
                        <a:ext uri="{9D8B030D-6E8A-4147-A177-3AD203B41FA5}">
                          <a16:colId xmlns:a16="http://schemas.microsoft.com/office/drawing/2014/main" val="4048291929"/>
                        </a:ext>
                      </a:extLst>
                    </a:gridCol>
                    <a:gridCol w="854278">
                      <a:extLst>
                        <a:ext uri="{9D8B030D-6E8A-4147-A177-3AD203B41FA5}">
                          <a16:colId xmlns:a16="http://schemas.microsoft.com/office/drawing/2014/main" val="2673472992"/>
                        </a:ext>
                      </a:extLst>
                    </a:gridCol>
                    <a:gridCol w="1142799">
                      <a:extLst>
                        <a:ext uri="{9D8B030D-6E8A-4147-A177-3AD203B41FA5}">
                          <a16:colId xmlns:a16="http://schemas.microsoft.com/office/drawing/2014/main" val="166336179"/>
                        </a:ext>
                      </a:extLst>
                    </a:gridCol>
                  </a:tblGrid>
                  <a:tr h="487680">
                    <a:tc>
                      <a:txBody>
                        <a:bodyPr/>
                        <a:lstStyle/>
                        <a:p>
                          <a:pPr algn="just"/>
                          <a:br>
                            <a:rPr lang="en-US" sz="1600" dirty="0">
                              <a:effectLst/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</a:br>
                          <a:r>
                            <a:rPr lang="en-US" sz="1600" dirty="0">
                              <a:effectLst/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 </a:t>
                          </a:r>
                          <a:endParaRPr lang="en-VN" sz="1600" dirty="0">
                            <a:effectLst/>
                            <a:latin typeface="Courier New" panose="02070309020205020404" pitchFamily="49" charset="0"/>
                            <a:ea typeface="MS Mincho" panose="02020609040205080304" pitchFamily="49" charset="-128"/>
                            <a:cs typeface="Courier New" panose="02070309020205020404" pitchFamily="49" charset="0"/>
                          </a:endParaRPr>
                        </a:p>
                      </a:txBody>
                      <a:tcPr marL="67818" marR="67818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>
                              <a:effectLst/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1</a:t>
                          </a:r>
                          <a:endParaRPr lang="en-VN" sz="1600" dirty="0">
                            <a:effectLst/>
                            <a:latin typeface="Courier New" panose="02070309020205020404" pitchFamily="49" charset="0"/>
                            <a:ea typeface="MS Mincho" panose="02020609040205080304" pitchFamily="49" charset="-128"/>
                            <a:cs typeface="Courier New" panose="02070309020205020404" pitchFamily="49" charset="0"/>
                          </a:endParaRPr>
                        </a:p>
                      </a:txBody>
                      <a:tcPr marL="67818" marR="67818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>
                              <a:effectLst/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2</a:t>
                          </a:r>
                          <a:endParaRPr lang="en-VN" sz="1600">
                            <a:effectLst/>
                            <a:latin typeface="Courier New" panose="02070309020205020404" pitchFamily="49" charset="0"/>
                            <a:ea typeface="MS Mincho" panose="02020609040205080304" pitchFamily="49" charset="-128"/>
                            <a:cs typeface="Courier New" panose="02070309020205020404" pitchFamily="49" charset="0"/>
                          </a:endParaRPr>
                        </a:p>
                      </a:txBody>
                      <a:tcPr marL="67818" marR="67818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>
                              <a:effectLst/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3</a:t>
                          </a:r>
                          <a:endParaRPr lang="en-VN" sz="1600">
                            <a:effectLst/>
                            <a:latin typeface="Courier New" panose="02070309020205020404" pitchFamily="49" charset="0"/>
                            <a:ea typeface="MS Mincho" panose="02020609040205080304" pitchFamily="49" charset="-128"/>
                            <a:cs typeface="Courier New" panose="02070309020205020404" pitchFamily="49" charset="0"/>
                          </a:endParaRPr>
                        </a:p>
                      </a:txBody>
                      <a:tcPr marL="67818" marR="67818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>
                              <a:effectLst/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4</a:t>
                          </a:r>
                          <a:endParaRPr lang="en-VN" sz="1600">
                            <a:effectLst/>
                            <a:latin typeface="Courier New" panose="02070309020205020404" pitchFamily="49" charset="0"/>
                            <a:ea typeface="MS Mincho" panose="02020609040205080304" pitchFamily="49" charset="-128"/>
                            <a:cs typeface="Courier New" panose="02070309020205020404" pitchFamily="49" charset="0"/>
                          </a:endParaRPr>
                        </a:p>
                      </a:txBody>
                      <a:tcPr marL="67818" marR="67818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>
                              <a:effectLst/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5</a:t>
                          </a:r>
                          <a:endParaRPr lang="en-VN" sz="1600">
                            <a:effectLst/>
                            <a:latin typeface="Courier New" panose="02070309020205020404" pitchFamily="49" charset="0"/>
                            <a:ea typeface="MS Mincho" panose="02020609040205080304" pitchFamily="49" charset="-128"/>
                            <a:cs typeface="Courier New" panose="02070309020205020404" pitchFamily="49" charset="0"/>
                          </a:endParaRPr>
                        </a:p>
                      </a:txBody>
                      <a:tcPr marL="67818" marR="67818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>
                              <a:effectLst/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6</a:t>
                          </a:r>
                          <a:endParaRPr lang="en-VN" sz="1600">
                            <a:effectLst/>
                            <a:latin typeface="Courier New" panose="02070309020205020404" pitchFamily="49" charset="0"/>
                            <a:ea typeface="MS Mincho" panose="02020609040205080304" pitchFamily="49" charset="-128"/>
                            <a:cs typeface="Courier New" panose="02070309020205020404" pitchFamily="49" charset="0"/>
                          </a:endParaRPr>
                        </a:p>
                      </a:txBody>
                      <a:tcPr marL="67818" marR="67818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>
                              <a:effectLst/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Sum</a:t>
                          </a:r>
                          <a:endParaRPr lang="en-VN" sz="1600" dirty="0">
                            <a:effectLst/>
                            <a:latin typeface="Courier New" panose="02070309020205020404" pitchFamily="49" charset="0"/>
                            <a:ea typeface="MS Mincho" panose="02020609040205080304" pitchFamily="49" charset="-128"/>
                            <a:cs typeface="Courier New" panose="02070309020205020404" pitchFamily="49" charset="0"/>
                          </a:endParaRPr>
                        </a:p>
                      </a:txBody>
                      <a:tcPr marL="67818" marR="67818" marT="0" marB="0" anchor="ctr"/>
                    </a:tc>
                    <a:extLst>
                      <a:ext uri="{0D108BD9-81ED-4DB2-BD59-A6C34878D82A}">
                        <a16:rowId xmlns:a16="http://schemas.microsoft.com/office/drawing/2014/main" val="2226919463"/>
                      </a:ext>
                    </a:extLst>
                  </a:tr>
                  <a:tr h="243840">
                    <a:tc>
                      <a:txBody>
                        <a:bodyPr/>
                        <a:lstStyle/>
                        <a:p>
                          <a:pPr algn="just"/>
                          <a:r>
                            <a:rPr lang="en-US" sz="1600" dirty="0" err="1">
                              <a:effectLst/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Người</a:t>
                          </a:r>
                          <a:endParaRPr lang="en-VN" sz="1600" dirty="0">
                            <a:effectLst/>
                            <a:latin typeface="Courier New" panose="02070309020205020404" pitchFamily="49" charset="0"/>
                            <a:ea typeface="MS Mincho" panose="02020609040205080304" pitchFamily="49" charset="-128"/>
                            <a:cs typeface="Courier New" panose="02070309020205020404" pitchFamily="49" charset="0"/>
                          </a:endParaRPr>
                        </a:p>
                      </a:txBody>
                      <a:tcPr marL="67818" marR="67818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>
                              <a:effectLst/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T</a:t>
                          </a:r>
                          <a:endParaRPr lang="en-VN" sz="1600" dirty="0">
                            <a:effectLst/>
                            <a:latin typeface="Courier New" panose="02070309020205020404" pitchFamily="49" charset="0"/>
                            <a:ea typeface="MS Mincho" panose="02020609040205080304" pitchFamily="49" charset="-128"/>
                            <a:cs typeface="Courier New" panose="02070309020205020404" pitchFamily="49" charset="0"/>
                          </a:endParaRPr>
                        </a:p>
                      </a:txBody>
                      <a:tcPr marL="67818" marR="67818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>
                              <a:effectLst/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G</a:t>
                          </a:r>
                          <a:endParaRPr lang="en-VN" sz="1600" dirty="0">
                            <a:effectLst/>
                            <a:latin typeface="Courier New" panose="02070309020205020404" pitchFamily="49" charset="0"/>
                            <a:ea typeface="MS Mincho" panose="02020609040205080304" pitchFamily="49" charset="-128"/>
                            <a:cs typeface="Courier New" panose="02070309020205020404" pitchFamily="49" charset="0"/>
                          </a:endParaRPr>
                        </a:p>
                      </a:txBody>
                      <a:tcPr marL="67818" marR="67818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>
                              <a:effectLst/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A</a:t>
                          </a:r>
                          <a:endParaRPr lang="en-VN" sz="1600">
                            <a:effectLst/>
                            <a:latin typeface="Courier New" panose="02070309020205020404" pitchFamily="49" charset="0"/>
                            <a:ea typeface="MS Mincho" panose="02020609040205080304" pitchFamily="49" charset="-128"/>
                            <a:cs typeface="Courier New" panose="02070309020205020404" pitchFamily="49" charset="0"/>
                          </a:endParaRPr>
                        </a:p>
                      </a:txBody>
                      <a:tcPr marL="67818" marR="67818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>
                              <a:effectLst/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C</a:t>
                          </a:r>
                          <a:endParaRPr lang="en-VN" sz="1600">
                            <a:effectLst/>
                            <a:latin typeface="Courier New" panose="02070309020205020404" pitchFamily="49" charset="0"/>
                            <a:ea typeface="MS Mincho" panose="02020609040205080304" pitchFamily="49" charset="-128"/>
                            <a:cs typeface="Courier New" panose="02070309020205020404" pitchFamily="49" charset="0"/>
                          </a:endParaRPr>
                        </a:p>
                      </a:txBody>
                      <a:tcPr marL="67818" marR="67818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>
                              <a:effectLst/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G</a:t>
                          </a:r>
                          <a:endParaRPr lang="en-VN" sz="1600">
                            <a:effectLst/>
                            <a:latin typeface="Courier New" panose="02070309020205020404" pitchFamily="49" charset="0"/>
                            <a:ea typeface="MS Mincho" panose="02020609040205080304" pitchFamily="49" charset="-128"/>
                            <a:cs typeface="Courier New" panose="02070309020205020404" pitchFamily="49" charset="0"/>
                          </a:endParaRPr>
                        </a:p>
                      </a:txBody>
                      <a:tcPr marL="67818" marR="67818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>
                              <a:effectLst/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T</a:t>
                          </a:r>
                          <a:endParaRPr lang="en-VN" sz="1600">
                            <a:effectLst/>
                            <a:latin typeface="Courier New" panose="02070309020205020404" pitchFamily="49" charset="0"/>
                            <a:ea typeface="MS Mincho" panose="02020609040205080304" pitchFamily="49" charset="-128"/>
                            <a:cs typeface="Courier New" panose="02070309020205020404" pitchFamily="49" charset="0"/>
                          </a:endParaRPr>
                        </a:p>
                      </a:txBody>
                      <a:tcPr marL="67818" marR="67818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>
                              <a:effectLst/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 </a:t>
                          </a:r>
                          <a:endParaRPr lang="en-VN" sz="1600">
                            <a:effectLst/>
                            <a:latin typeface="Courier New" panose="02070309020205020404" pitchFamily="49" charset="0"/>
                            <a:ea typeface="MS Mincho" panose="02020609040205080304" pitchFamily="49" charset="-128"/>
                            <a:cs typeface="Courier New" panose="02070309020205020404" pitchFamily="49" charset="0"/>
                          </a:endParaRPr>
                        </a:p>
                      </a:txBody>
                      <a:tcPr marL="67818" marR="67818" marT="0" marB="0" anchor="ctr"/>
                    </a:tc>
                    <a:extLst>
                      <a:ext uri="{0D108BD9-81ED-4DB2-BD59-A6C34878D82A}">
                        <a16:rowId xmlns:a16="http://schemas.microsoft.com/office/drawing/2014/main" val="1442804045"/>
                      </a:ext>
                    </a:extLst>
                  </a:tr>
                  <a:tr h="243840">
                    <a:tc>
                      <a:txBody>
                        <a:bodyPr/>
                        <a:lstStyle/>
                        <a:p>
                          <a:pPr algn="just"/>
                          <a:r>
                            <a:rPr lang="en-US" sz="1600" dirty="0" err="1">
                              <a:effectLst/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Tinh</a:t>
                          </a:r>
                          <a:r>
                            <a:rPr lang="en-US" sz="1600" dirty="0">
                              <a:effectLst/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 </a:t>
                          </a:r>
                          <a:r>
                            <a:rPr lang="en-US" sz="1600" dirty="0" err="1">
                              <a:effectLst/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tinh</a:t>
                          </a:r>
                          <a:endParaRPr lang="en-VN" sz="1600" dirty="0">
                            <a:effectLst/>
                            <a:latin typeface="Courier New" panose="02070309020205020404" pitchFamily="49" charset="0"/>
                            <a:ea typeface="MS Mincho" panose="02020609040205080304" pitchFamily="49" charset="-128"/>
                            <a:cs typeface="Courier New" panose="02070309020205020404" pitchFamily="49" charset="0"/>
                          </a:endParaRPr>
                        </a:p>
                      </a:txBody>
                      <a:tcPr marL="67818" marR="67818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>
                              <a:effectLst/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T</a:t>
                          </a:r>
                          <a:endParaRPr lang="en-VN" sz="1600" dirty="0">
                            <a:effectLst/>
                            <a:latin typeface="Courier New" panose="02070309020205020404" pitchFamily="49" charset="0"/>
                            <a:ea typeface="MS Mincho" panose="02020609040205080304" pitchFamily="49" charset="-128"/>
                            <a:cs typeface="Courier New" panose="02070309020205020404" pitchFamily="49" charset="0"/>
                          </a:endParaRPr>
                        </a:p>
                      </a:txBody>
                      <a:tcPr marL="67818" marR="67818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>
                              <a:effectLst/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G</a:t>
                          </a:r>
                          <a:endParaRPr lang="en-VN" sz="1600" dirty="0">
                            <a:effectLst/>
                            <a:latin typeface="Courier New" panose="02070309020205020404" pitchFamily="49" charset="0"/>
                            <a:ea typeface="MS Mincho" panose="02020609040205080304" pitchFamily="49" charset="-128"/>
                            <a:cs typeface="Courier New" panose="02070309020205020404" pitchFamily="49" charset="0"/>
                          </a:endParaRPr>
                        </a:p>
                      </a:txBody>
                      <a:tcPr marL="67818" marR="67818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>
                              <a:effectLst/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A</a:t>
                          </a:r>
                          <a:endParaRPr lang="en-VN" sz="1600">
                            <a:effectLst/>
                            <a:latin typeface="Courier New" panose="02070309020205020404" pitchFamily="49" charset="0"/>
                            <a:ea typeface="MS Mincho" panose="02020609040205080304" pitchFamily="49" charset="-128"/>
                            <a:cs typeface="Courier New" panose="02070309020205020404" pitchFamily="49" charset="0"/>
                          </a:endParaRPr>
                        </a:p>
                      </a:txBody>
                      <a:tcPr marL="67818" marR="67818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>
                              <a:effectLst/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C</a:t>
                          </a:r>
                          <a:endParaRPr lang="en-VN" sz="1600">
                            <a:effectLst/>
                            <a:latin typeface="Courier New" panose="02070309020205020404" pitchFamily="49" charset="0"/>
                            <a:ea typeface="MS Mincho" panose="02020609040205080304" pitchFamily="49" charset="-128"/>
                            <a:cs typeface="Courier New" panose="02070309020205020404" pitchFamily="49" charset="0"/>
                          </a:endParaRPr>
                        </a:p>
                      </a:txBody>
                      <a:tcPr marL="67818" marR="67818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>
                              <a:effectLst/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T</a:t>
                          </a:r>
                          <a:endParaRPr lang="en-VN" sz="1600">
                            <a:effectLst/>
                            <a:latin typeface="Courier New" panose="02070309020205020404" pitchFamily="49" charset="0"/>
                            <a:ea typeface="MS Mincho" panose="02020609040205080304" pitchFamily="49" charset="-128"/>
                            <a:cs typeface="Courier New" panose="02070309020205020404" pitchFamily="49" charset="0"/>
                          </a:endParaRPr>
                        </a:p>
                      </a:txBody>
                      <a:tcPr marL="67818" marR="67818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>
                              <a:effectLst/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T</a:t>
                          </a:r>
                          <a:endParaRPr lang="en-VN" sz="1600">
                            <a:effectLst/>
                            <a:latin typeface="Courier New" panose="02070309020205020404" pitchFamily="49" charset="0"/>
                            <a:ea typeface="MS Mincho" panose="02020609040205080304" pitchFamily="49" charset="-128"/>
                            <a:cs typeface="Courier New" panose="02070309020205020404" pitchFamily="49" charset="0"/>
                          </a:endParaRPr>
                        </a:p>
                      </a:txBody>
                      <a:tcPr marL="67818" marR="67818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>
                              <a:effectLst/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 </a:t>
                          </a:r>
                          <a:endParaRPr lang="en-VN" sz="1600">
                            <a:effectLst/>
                            <a:latin typeface="Courier New" panose="02070309020205020404" pitchFamily="49" charset="0"/>
                            <a:ea typeface="MS Mincho" panose="02020609040205080304" pitchFamily="49" charset="-128"/>
                            <a:cs typeface="Courier New" panose="02070309020205020404" pitchFamily="49" charset="0"/>
                          </a:endParaRPr>
                        </a:p>
                      </a:txBody>
                      <a:tcPr marL="67818" marR="67818" marT="0" marB="0" anchor="ctr"/>
                    </a:tc>
                    <a:extLst>
                      <a:ext uri="{0D108BD9-81ED-4DB2-BD59-A6C34878D82A}">
                        <a16:rowId xmlns:a16="http://schemas.microsoft.com/office/drawing/2014/main" val="2939809260"/>
                      </a:ext>
                    </a:extLst>
                  </a:tr>
                  <a:tr h="243840">
                    <a:tc>
                      <a:txBody>
                        <a:bodyPr/>
                        <a:lstStyle/>
                        <a:p>
                          <a:pPr algn="just"/>
                          <a:r>
                            <a:rPr lang="en-US" sz="1600">
                              <a:effectLst/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Khỉ đột</a:t>
                          </a:r>
                          <a:endParaRPr lang="en-VN" sz="1600">
                            <a:effectLst/>
                            <a:latin typeface="Courier New" panose="02070309020205020404" pitchFamily="49" charset="0"/>
                            <a:ea typeface="MS Mincho" panose="02020609040205080304" pitchFamily="49" charset="-128"/>
                            <a:cs typeface="Courier New" panose="02070309020205020404" pitchFamily="49" charset="0"/>
                          </a:endParaRPr>
                        </a:p>
                      </a:txBody>
                      <a:tcPr marL="67818" marR="67818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>
                              <a:effectLst/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C</a:t>
                          </a:r>
                          <a:endParaRPr lang="en-VN" sz="1600" dirty="0">
                            <a:effectLst/>
                            <a:latin typeface="Courier New" panose="02070309020205020404" pitchFamily="49" charset="0"/>
                            <a:ea typeface="MS Mincho" panose="02020609040205080304" pitchFamily="49" charset="-128"/>
                            <a:cs typeface="Courier New" panose="02070309020205020404" pitchFamily="49" charset="0"/>
                          </a:endParaRPr>
                        </a:p>
                      </a:txBody>
                      <a:tcPr marL="67818" marR="67818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>
                              <a:effectLst/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G</a:t>
                          </a:r>
                          <a:endParaRPr lang="en-VN" sz="1600" dirty="0">
                            <a:effectLst/>
                            <a:latin typeface="Courier New" panose="02070309020205020404" pitchFamily="49" charset="0"/>
                            <a:ea typeface="MS Mincho" panose="02020609040205080304" pitchFamily="49" charset="-128"/>
                            <a:cs typeface="Courier New" panose="02070309020205020404" pitchFamily="49" charset="0"/>
                          </a:endParaRPr>
                        </a:p>
                      </a:txBody>
                      <a:tcPr marL="67818" marR="67818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>
                              <a:effectLst/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A</a:t>
                          </a:r>
                          <a:endParaRPr lang="en-VN" sz="1600">
                            <a:effectLst/>
                            <a:latin typeface="Courier New" panose="02070309020205020404" pitchFamily="49" charset="0"/>
                            <a:ea typeface="MS Mincho" panose="02020609040205080304" pitchFamily="49" charset="-128"/>
                            <a:cs typeface="Courier New" panose="02070309020205020404" pitchFamily="49" charset="0"/>
                          </a:endParaRPr>
                        </a:p>
                      </a:txBody>
                      <a:tcPr marL="67818" marR="67818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>
                              <a:effectLst/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C</a:t>
                          </a:r>
                          <a:endParaRPr lang="en-VN" sz="1600">
                            <a:effectLst/>
                            <a:latin typeface="Courier New" panose="02070309020205020404" pitchFamily="49" charset="0"/>
                            <a:ea typeface="MS Mincho" panose="02020609040205080304" pitchFamily="49" charset="-128"/>
                            <a:cs typeface="Courier New" panose="02070309020205020404" pitchFamily="49" charset="0"/>
                          </a:endParaRPr>
                        </a:p>
                      </a:txBody>
                      <a:tcPr marL="67818" marR="67818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>
                              <a:effectLst/>
                              <a:latin typeface="Courier New" panose="02070309020205020404" pitchFamily="49" charset="0"/>
                              <a:cs typeface="Courier New" panose="02070309020205020404" pitchFamily="49" charset="0"/>
                              <a:sym typeface="Symbol" pitchFamily="2" charset="2"/>
                            </a:rPr>
                            <a:t></a:t>
                          </a:r>
                          <a:endParaRPr lang="en-VN" sz="1600">
                            <a:effectLst/>
                            <a:latin typeface="Courier New" panose="02070309020205020404" pitchFamily="49" charset="0"/>
                            <a:ea typeface="MS Mincho" panose="02020609040205080304" pitchFamily="49" charset="-128"/>
                            <a:cs typeface="Courier New" panose="02070309020205020404" pitchFamily="49" charset="0"/>
                          </a:endParaRPr>
                        </a:p>
                      </a:txBody>
                      <a:tcPr marL="67818" marR="67818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>
                              <a:effectLst/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T</a:t>
                          </a:r>
                          <a:endParaRPr lang="en-VN" sz="1600">
                            <a:effectLst/>
                            <a:latin typeface="Courier New" panose="02070309020205020404" pitchFamily="49" charset="0"/>
                            <a:ea typeface="MS Mincho" panose="02020609040205080304" pitchFamily="49" charset="-128"/>
                            <a:cs typeface="Courier New" panose="02070309020205020404" pitchFamily="49" charset="0"/>
                          </a:endParaRPr>
                        </a:p>
                      </a:txBody>
                      <a:tcPr marL="67818" marR="67818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>
                              <a:effectLst/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 </a:t>
                          </a:r>
                          <a:endParaRPr lang="en-VN" sz="1600">
                            <a:effectLst/>
                            <a:latin typeface="Courier New" panose="02070309020205020404" pitchFamily="49" charset="0"/>
                            <a:ea typeface="MS Mincho" panose="02020609040205080304" pitchFamily="49" charset="-128"/>
                            <a:cs typeface="Courier New" panose="02070309020205020404" pitchFamily="49" charset="0"/>
                          </a:endParaRPr>
                        </a:p>
                      </a:txBody>
                      <a:tcPr marL="67818" marR="67818" marT="0" marB="0" anchor="ctr"/>
                    </a:tc>
                    <a:extLst>
                      <a:ext uri="{0D108BD9-81ED-4DB2-BD59-A6C34878D82A}">
                        <a16:rowId xmlns:a16="http://schemas.microsoft.com/office/drawing/2014/main" val="1449689484"/>
                      </a:ext>
                    </a:extLst>
                  </a:tr>
                  <a:tr h="243840">
                    <a:tc>
                      <a:txBody>
                        <a:bodyPr/>
                        <a:lstStyle/>
                        <a:p>
                          <a:pPr algn="just"/>
                          <a:r>
                            <a:rPr lang="en-US" sz="1600">
                              <a:effectLst/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Khỉ nâu</a:t>
                          </a:r>
                          <a:endParaRPr lang="en-VN" sz="1600">
                            <a:effectLst/>
                            <a:latin typeface="Courier New" panose="02070309020205020404" pitchFamily="49" charset="0"/>
                            <a:ea typeface="MS Mincho" panose="02020609040205080304" pitchFamily="49" charset="-128"/>
                            <a:cs typeface="Courier New" panose="02070309020205020404" pitchFamily="49" charset="0"/>
                          </a:endParaRPr>
                        </a:p>
                      </a:txBody>
                      <a:tcPr marL="67818" marR="67818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>
                              <a:effectLst/>
                              <a:latin typeface="Courier New" panose="02070309020205020404" pitchFamily="49" charset="0"/>
                              <a:cs typeface="Courier New" panose="02070309020205020404" pitchFamily="49" charset="0"/>
                              <a:sym typeface="Symbol" pitchFamily="2" charset="2"/>
                            </a:rPr>
                            <a:t></a:t>
                          </a:r>
                          <a:endParaRPr lang="en-VN" sz="1600">
                            <a:effectLst/>
                            <a:latin typeface="Courier New" panose="02070309020205020404" pitchFamily="49" charset="0"/>
                            <a:ea typeface="MS Mincho" panose="02020609040205080304" pitchFamily="49" charset="-128"/>
                            <a:cs typeface="Courier New" panose="02070309020205020404" pitchFamily="49" charset="0"/>
                          </a:endParaRPr>
                        </a:p>
                      </a:txBody>
                      <a:tcPr marL="67818" marR="67818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>
                              <a:effectLst/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G</a:t>
                          </a:r>
                          <a:endParaRPr lang="en-VN" sz="1600" dirty="0">
                            <a:effectLst/>
                            <a:latin typeface="Courier New" panose="02070309020205020404" pitchFamily="49" charset="0"/>
                            <a:ea typeface="MS Mincho" panose="02020609040205080304" pitchFamily="49" charset="-128"/>
                            <a:cs typeface="Courier New" panose="02070309020205020404" pitchFamily="49" charset="0"/>
                          </a:endParaRPr>
                        </a:p>
                      </a:txBody>
                      <a:tcPr marL="67818" marR="67818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>
                              <a:effectLst/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A</a:t>
                          </a:r>
                          <a:endParaRPr lang="en-VN" sz="1600" dirty="0">
                            <a:effectLst/>
                            <a:latin typeface="Courier New" panose="02070309020205020404" pitchFamily="49" charset="0"/>
                            <a:ea typeface="MS Mincho" panose="02020609040205080304" pitchFamily="49" charset="-128"/>
                            <a:cs typeface="Courier New" panose="02070309020205020404" pitchFamily="49" charset="0"/>
                          </a:endParaRPr>
                        </a:p>
                      </a:txBody>
                      <a:tcPr marL="67818" marR="67818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>
                              <a:effectLst/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C</a:t>
                          </a:r>
                          <a:endParaRPr lang="en-VN" sz="1600">
                            <a:effectLst/>
                            <a:latin typeface="Courier New" panose="02070309020205020404" pitchFamily="49" charset="0"/>
                            <a:ea typeface="MS Mincho" panose="02020609040205080304" pitchFamily="49" charset="-128"/>
                            <a:cs typeface="Courier New" panose="02070309020205020404" pitchFamily="49" charset="0"/>
                          </a:endParaRPr>
                        </a:p>
                      </a:txBody>
                      <a:tcPr marL="67818" marR="67818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>
                              <a:effectLst/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G</a:t>
                          </a:r>
                          <a:endParaRPr lang="en-VN" sz="1600">
                            <a:effectLst/>
                            <a:latin typeface="Courier New" panose="02070309020205020404" pitchFamily="49" charset="0"/>
                            <a:ea typeface="MS Mincho" panose="02020609040205080304" pitchFamily="49" charset="-128"/>
                            <a:cs typeface="Courier New" panose="02070309020205020404" pitchFamily="49" charset="0"/>
                          </a:endParaRPr>
                        </a:p>
                      </a:txBody>
                      <a:tcPr marL="67818" marR="67818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>
                              <a:effectLst/>
                              <a:latin typeface="Courier New" panose="02070309020205020404" pitchFamily="49" charset="0"/>
                              <a:cs typeface="Courier New" panose="02070309020205020404" pitchFamily="49" charset="0"/>
                              <a:sym typeface="Symbol" pitchFamily="2" charset="2"/>
                            </a:rPr>
                            <a:t></a:t>
                          </a:r>
                          <a:endParaRPr lang="en-VN" sz="1600">
                            <a:effectLst/>
                            <a:latin typeface="Courier New" panose="02070309020205020404" pitchFamily="49" charset="0"/>
                            <a:ea typeface="MS Mincho" panose="02020609040205080304" pitchFamily="49" charset="-128"/>
                            <a:cs typeface="Courier New" panose="02070309020205020404" pitchFamily="49" charset="0"/>
                          </a:endParaRPr>
                        </a:p>
                      </a:txBody>
                      <a:tcPr marL="67818" marR="67818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>
                              <a:effectLst/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 </a:t>
                          </a:r>
                          <a:endParaRPr lang="en-VN" sz="1600">
                            <a:effectLst/>
                            <a:latin typeface="Courier New" panose="02070309020205020404" pitchFamily="49" charset="0"/>
                            <a:ea typeface="MS Mincho" panose="02020609040205080304" pitchFamily="49" charset="-128"/>
                            <a:cs typeface="Courier New" panose="02070309020205020404" pitchFamily="49" charset="0"/>
                          </a:endParaRPr>
                        </a:p>
                      </a:txBody>
                      <a:tcPr marL="67818" marR="67818" marT="0" marB="0" anchor="ctr"/>
                    </a:tc>
                    <a:extLst>
                      <a:ext uri="{0D108BD9-81ED-4DB2-BD59-A6C34878D82A}">
                        <a16:rowId xmlns:a16="http://schemas.microsoft.com/office/drawing/2014/main" val="1754236401"/>
                      </a:ext>
                    </a:extLst>
                  </a:tr>
                  <a:tr h="243840">
                    <a:tc>
                      <a:txBody>
                        <a:bodyPr/>
                        <a:lstStyle/>
                        <a:p>
                          <a:endParaRPr lang="en-VN"/>
                        </a:p>
                      </a:txBody>
                      <a:tcPr marL="67818" marR="67818" marT="0" marB="0" anchor="ctr">
                        <a:blipFill>
                          <a:blip r:embed="rId3"/>
                          <a:stretch>
                            <a:fillRect l="-935" t="-580000" r="-463551" b="-985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VN" sz="1600" dirty="0">
                            <a:effectLst/>
                            <a:latin typeface="Courier New" panose="02070309020205020404" pitchFamily="49" charset="0"/>
                            <a:ea typeface="MS Mincho" panose="02020609040205080304" pitchFamily="49" charset="-128"/>
                            <a:cs typeface="Courier New" panose="02070309020205020404" pitchFamily="49" charset="0"/>
                          </a:endParaRPr>
                        </a:p>
                      </a:txBody>
                      <a:tcPr marL="67818" marR="67818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VN" sz="1600" dirty="0">
                            <a:effectLst/>
                            <a:latin typeface="Courier New" panose="02070309020205020404" pitchFamily="49" charset="0"/>
                            <a:ea typeface="MS Mincho" panose="02020609040205080304" pitchFamily="49" charset="-128"/>
                            <a:cs typeface="Courier New" panose="02070309020205020404" pitchFamily="49" charset="0"/>
                          </a:endParaRPr>
                        </a:p>
                      </a:txBody>
                      <a:tcPr marL="67818" marR="67818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VN" sz="1600" dirty="0">
                            <a:effectLst/>
                            <a:latin typeface="Courier New" panose="02070309020205020404" pitchFamily="49" charset="0"/>
                            <a:ea typeface="MS Mincho" panose="02020609040205080304" pitchFamily="49" charset="-128"/>
                            <a:cs typeface="Courier New" panose="02070309020205020404" pitchFamily="49" charset="0"/>
                          </a:endParaRPr>
                        </a:p>
                      </a:txBody>
                      <a:tcPr marL="67818" marR="67818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VN" sz="1600">
                            <a:effectLst/>
                            <a:latin typeface="Courier New" panose="02070309020205020404" pitchFamily="49" charset="0"/>
                            <a:ea typeface="MS Mincho" panose="02020609040205080304" pitchFamily="49" charset="-128"/>
                            <a:cs typeface="Courier New" panose="02070309020205020404" pitchFamily="49" charset="0"/>
                          </a:endParaRPr>
                        </a:p>
                      </a:txBody>
                      <a:tcPr marL="67818" marR="67818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VN" sz="1600">
                            <a:effectLst/>
                            <a:latin typeface="Courier New" panose="02070309020205020404" pitchFamily="49" charset="0"/>
                            <a:ea typeface="MS Mincho" panose="02020609040205080304" pitchFamily="49" charset="-128"/>
                            <a:cs typeface="Courier New" panose="02070309020205020404" pitchFamily="49" charset="0"/>
                          </a:endParaRPr>
                        </a:p>
                      </a:txBody>
                      <a:tcPr marL="67818" marR="67818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VN" sz="1600">
                            <a:effectLst/>
                            <a:latin typeface="Courier New" panose="02070309020205020404" pitchFamily="49" charset="0"/>
                            <a:ea typeface="MS Mincho" panose="02020609040205080304" pitchFamily="49" charset="-128"/>
                            <a:cs typeface="Courier New" panose="02070309020205020404" pitchFamily="49" charset="0"/>
                          </a:endParaRPr>
                        </a:p>
                      </a:txBody>
                      <a:tcPr marL="67818" marR="67818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VN" sz="1600" dirty="0">
                            <a:effectLst/>
                            <a:latin typeface="Courier New" panose="02070309020205020404" pitchFamily="49" charset="0"/>
                            <a:ea typeface="MS Mincho" panose="02020609040205080304" pitchFamily="49" charset="-128"/>
                            <a:cs typeface="Courier New" panose="02070309020205020404" pitchFamily="49" charset="0"/>
                          </a:endParaRPr>
                        </a:p>
                      </a:txBody>
                      <a:tcPr marL="67818" marR="67818" marT="0" marB="0" anchor="ctr"/>
                    </a:tc>
                    <a:extLst>
                      <a:ext uri="{0D108BD9-81ED-4DB2-BD59-A6C34878D82A}">
                        <a16:rowId xmlns:a16="http://schemas.microsoft.com/office/drawing/2014/main" val="2270151282"/>
                      </a:ext>
                    </a:extLst>
                  </a:tr>
                  <a:tr h="243840">
                    <a:tc>
                      <a:txBody>
                        <a:bodyPr/>
                        <a:lstStyle/>
                        <a:p>
                          <a:pPr algn="just"/>
                          <a:r>
                            <a:rPr lang="en-US" sz="1600">
                              <a:effectLst/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Người</a:t>
                          </a:r>
                          <a:endParaRPr lang="en-VN" sz="1600">
                            <a:effectLst/>
                            <a:latin typeface="Courier New" panose="02070309020205020404" pitchFamily="49" charset="0"/>
                            <a:ea typeface="MS Mincho" panose="02020609040205080304" pitchFamily="49" charset="-128"/>
                            <a:cs typeface="Courier New" panose="02070309020205020404" pitchFamily="49" charset="0"/>
                          </a:endParaRPr>
                        </a:p>
                      </a:txBody>
                      <a:tcPr marL="67818" marR="67818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>
                              <a:effectLst/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T</a:t>
                          </a:r>
                          <a:endParaRPr lang="en-VN" sz="1600">
                            <a:effectLst/>
                            <a:latin typeface="Courier New" panose="02070309020205020404" pitchFamily="49" charset="0"/>
                            <a:ea typeface="MS Mincho" panose="02020609040205080304" pitchFamily="49" charset="-128"/>
                            <a:cs typeface="Courier New" panose="02070309020205020404" pitchFamily="49" charset="0"/>
                          </a:endParaRPr>
                        </a:p>
                      </a:txBody>
                      <a:tcPr marL="67818" marR="67818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>
                              <a:effectLst/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G</a:t>
                          </a:r>
                          <a:endParaRPr lang="en-VN" sz="1600" dirty="0">
                            <a:effectLst/>
                            <a:latin typeface="Courier New" panose="02070309020205020404" pitchFamily="49" charset="0"/>
                            <a:ea typeface="MS Mincho" panose="02020609040205080304" pitchFamily="49" charset="-128"/>
                            <a:cs typeface="Courier New" panose="02070309020205020404" pitchFamily="49" charset="0"/>
                          </a:endParaRPr>
                        </a:p>
                      </a:txBody>
                      <a:tcPr marL="67818" marR="67818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>
                              <a:effectLst/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A</a:t>
                          </a:r>
                          <a:endParaRPr lang="en-VN" sz="1600" dirty="0">
                            <a:effectLst/>
                            <a:latin typeface="Courier New" panose="02070309020205020404" pitchFamily="49" charset="0"/>
                            <a:ea typeface="MS Mincho" panose="02020609040205080304" pitchFamily="49" charset="-128"/>
                            <a:cs typeface="Courier New" panose="02070309020205020404" pitchFamily="49" charset="0"/>
                          </a:endParaRPr>
                        </a:p>
                      </a:txBody>
                      <a:tcPr marL="67818" marR="67818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>
                              <a:effectLst/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C</a:t>
                          </a:r>
                          <a:endParaRPr lang="en-VN" sz="1600">
                            <a:effectLst/>
                            <a:latin typeface="Courier New" panose="02070309020205020404" pitchFamily="49" charset="0"/>
                            <a:ea typeface="MS Mincho" panose="02020609040205080304" pitchFamily="49" charset="-128"/>
                            <a:cs typeface="Courier New" panose="02070309020205020404" pitchFamily="49" charset="0"/>
                          </a:endParaRPr>
                        </a:p>
                      </a:txBody>
                      <a:tcPr marL="67818" marR="67818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>
                              <a:effectLst/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G</a:t>
                          </a:r>
                          <a:endParaRPr lang="en-VN" sz="1600">
                            <a:effectLst/>
                            <a:latin typeface="Courier New" panose="02070309020205020404" pitchFamily="49" charset="0"/>
                            <a:ea typeface="MS Mincho" panose="02020609040205080304" pitchFamily="49" charset="-128"/>
                            <a:cs typeface="Courier New" panose="02070309020205020404" pitchFamily="49" charset="0"/>
                          </a:endParaRPr>
                        </a:p>
                      </a:txBody>
                      <a:tcPr marL="67818" marR="67818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>
                              <a:effectLst/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T</a:t>
                          </a:r>
                          <a:endParaRPr lang="en-VN" sz="1600">
                            <a:effectLst/>
                            <a:latin typeface="Courier New" panose="02070309020205020404" pitchFamily="49" charset="0"/>
                            <a:ea typeface="MS Mincho" panose="02020609040205080304" pitchFamily="49" charset="-128"/>
                            <a:cs typeface="Courier New" panose="02070309020205020404" pitchFamily="49" charset="0"/>
                          </a:endParaRPr>
                        </a:p>
                      </a:txBody>
                      <a:tcPr marL="67818" marR="67818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>
                              <a:effectLst/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 </a:t>
                          </a:r>
                          <a:endParaRPr lang="en-VN" sz="1600">
                            <a:effectLst/>
                            <a:latin typeface="Courier New" panose="02070309020205020404" pitchFamily="49" charset="0"/>
                            <a:ea typeface="MS Mincho" panose="02020609040205080304" pitchFamily="49" charset="-128"/>
                            <a:cs typeface="Courier New" panose="02070309020205020404" pitchFamily="49" charset="0"/>
                          </a:endParaRPr>
                        </a:p>
                      </a:txBody>
                      <a:tcPr marL="67818" marR="67818" marT="0" marB="0" anchor="ctr"/>
                    </a:tc>
                    <a:extLst>
                      <a:ext uri="{0D108BD9-81ED-4DB2-BD59-A6C34878D82A}">
                        <a16:rowId xmlns:a16="http://schemas.microsoft.com/office/drawing/2014/main" val="1413300539"/>
                      </a:ext>
                    </a:extLst>
                  </a:tr>
                  <a:tr h="243840">
                    <a:tc>
                      <a:txBody>
                        <a:bodyPr/>
                        <a:lstStyle/>
                        <a:p>
                          <a:pPr algn="just"/>
                          <a:r>
                            <a:rPr lang="en-US" sz="1600">
                              <a:effectLst/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Tinh tinh</a:t>
                          </a:r>
                          <a:endParaRPr lang="en-VN" sz="1600">
                            <a:effectLst/>
                            <a:latin typeface="Courier New" panose="02070309020205020404" pitchFamily="49" charset="0"/>
                            <a:ea typeface="MS Mincho" panose="02020609040205080304" pitchFamily="49" charset="-128"/>
                            <a:cs typeface="Courier New" panose="02070309020205020404" pitchFamily="49" charset="0"/>
                          </a:endParaRPr>
                        </a:p>
                      </a:txBody>
                      <a:tcPr marL="67818" marR="67818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>
                              <a:effectLst/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T</a:t>
                          </a:r>
                          <a:endParaRPr lang="en-VN" sz="1600">
                            <a:effectLst/>
                            <a:latin typeface="Courier New" panose="02070309020205020404" pitchFamily="49" charset="0"/>
                            <a:ea typeface="MS Mincho" panose="02020609040205080304" pitchFamily="49" charset="-128"/>
                            <a:cs typeface="Courier New" panose="02070309020205020404" pitchFamily="49" charset="0"/>
                          </a:endParaRPr>
                        </a:p>
                      </a:txBody>
                      <a:tcPr marL="67818" marR="67818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>
                              <a:effectLst/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G</a:t>
                          </a:r>
                          <a:endParaRPr lang="en-VN" sz="1600">
                            <a:effectLst/>
                            <a:latin typeface="Courier New" panose="02070309020205020404" pitchFamily="49" charset="0"/>
                            <a:ea typeface="MS Mincho" panose="02020609040205080304" pitchFamily="49" charset="-128"/>
                            <a:cs typeface="Courier New" panose="02070309020205020404" pitchFamily="49" charset="0"/>
                          </a:endParaRPr>
                        </a:p>
                      </a:txBody>
                      <a:tcPr marL="67818" marR="67818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>
                              <a:effectLst/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A</a:t>
                          </a:r>
                          <a:endParaRPr lang="en-VN" sz="1600" dirty="0">
                            <a:effectLst/>
                            <a:latin typeface="Courier New" panose="02070309020205020404" pitchFamily="49" charset="0"/>
                            <a:ea typeface="MS Mincho" panose="02020609040205080304" pitchFamily="49" charset="-128"/>
                            <a:cs typeface="Courier New" panose="02070309020205020404" pitchFamily="49" charset="0"/>
                          </a:endParaRPr>
                        </a:p>
                      </a:txBody>
                      <a:tcPr marL="67818" marR="67818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>
                              <a:effectLst/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C</a:t>
                          </a:r>
                          <a:endParaRPr lang="en-VN" sz="1600" dirty="0">
                            <a:effectLst/>
                            <a:latin typeface="Courier New" panose="02070309020205020404" pitchFamily="49" charset="0"/>
                            <a:ea typeface="MS Mincho" panose="02020609040205080304" pitchFamily="49" charset="-128"/>
                            <a:cs typeface="Courier New" panose="02070309020205020404" pitchFamily="49" charset="0"/>
                          </a:endParaRPr>
                        </a:p>
                      </a:txBody>
                      <a:tcPr marL="67818" marR="67818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>
                              <a:effectLst/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T</a:t>
                          </a:r>
                          <a:endParaRPr lang="en-VN" sz="1600">
                            <a:effectLst/>
                            <a:latin typeface="Courier New" panose="02070309020205020404" pitchFamily="49" charset="0"/>
                            <a:ea typeface="MS Mincho" panose="02020609040205080304" pitchFamily="49" charset="-128"/>
                            <a:cs typeface="Courier New" panose="02070309020205020404" pitchFamily="49" charset="0"/>
                          </a:endParaRPr>
                        </a:p>
                      </a:txBody>
                      <a:tcPr marL="67818" marR="67818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>
                              <a:effectLst/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T</a:t>
                          </a:r>
                          <a:endParaRPr lang="en-VN" sz="1600">
                            <a:effectLst/>
                            <a:latin typeface="Courier New" panose="02070309020205020404" pitchFamily="49" charset="0"/>
                            <a:ea typeface="MS Mincho" panose="02020609040205080304" pitchFamily="49" charset="-128"/>
                            <a:cs typeface="Courier New" panose="02070309020205020404" pitchFamily="49" charset="0"/>
                          </a:endParaRPr>
                        </a:p>
                      </a:txBody>
                      <a:tcPr marL="67818" marR="67818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>
                              <a:effectLst/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 </a:t>
                          </a:r>
                          <a:endParaRPr lang="en-VN" sz="1600">
                            <a:effectLst/>
                            <a:latin typeface="Courier New" panose="02070309020205020404" pitchFamily="49" charset="0"/>
                            <a:ea typeface="MS Mincho" panose="02020609040205080304" pitchFamily="49" charset="-128"/>
                            <a:cs typeface="Courier New" panose="02070309020205020404" pitchFamily="49" charset="0"/>
                          </a:endParaRPr>
                        </a:p>
                      </a:txBody>
                      <a:tcPr marL="67818" marR="67818" marT="0" marB="0" anchor="ctr"/>
                    </a:tc>
                    <a:extLst>
                      <a:ext uri="{0D108BD9-81ED-4DB2-BD59-A6C34878D82A}">
                        <a16:rowId xmlns:a16="http://schemas.microsoft.com/office/drawing/2014/main" val="1399092910"/>
                      </a:ext>
                    </a:extLst>
                  </a:tr>
                  <a:tr h="243840">
                    <a:tc>
                      <a:txBody>
                        <a:bodyPr/>
                        <a:lstStyle/>
                        <a:p>
                          <a:pPr algn="just"/>
                          <a:r>
                            <a:rPr lang="en-US" sz="1600">
                              <a:effectLst/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Khỉ đột</a:t>
                          </a:r>
                          <a:endParaRPr lang="en-VN" sz="1600">
                            <a:effectLst/>
                            <a:latin typeface="Courier New" panose="02070309020205020404" pitchFamily="49" charset="0"/>
                            <a:ea typeface="MS Mincho" panose="02020609040205080304" pitchFamily="49" charset="-128"/>
                            <a:cs typeface="Courier New" panose="02070309020205020404" pitchFamily="49" charset="0"/>
                          </a:endParaRPr>
                        </a:p>
                      </a:txBody>
                      <a:tcPr marL="67818" marR="67818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>
                              <a:effectLst/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C</a:t>
                          </a:r>
                          <a:endParaRPr lang="en-VN" sz="1600">
                            <a:effectLst/>
                            <a:latin typeface="Courier New" panose="02070309020205020404" pitchFamily="49" charset="0"/>
                            <a:ea typeface="MS Mincho" panose="02020609040205080304" pitchFamily="49" charset="-128"/>
                            <a:cs typeface="Courier New" panose="02070309020205020404" pitchFamily="49" charset="0"/>
                          </a:endParaRPr>
                        </a:p>
                      </a:txBody>
                      <a:tcPr marL="67818" marR="67818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>
                              <a:effectLst/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G</a:t>
                          </a:r>
                          <a:endParaRPr lang="en-VN" sz="1600">
                            <a:effectLst/>
                            <a:latin typeface="Courier New" panose="02070309020205020404" pitchFamily="49" charset="0"/>
                            <a:ea typeface="MS Mincho" panose="02020609040205080304" pitchFamily="49" charset="-128"/>
                            <a:cs typeface="Courier New" panose="02070309020205020404" pitchFamily="49" charset="0"/>
                          </a:endParaRPr>
                        </a:p>
                      </a:txBody>
                      <a:tcPr marL="67818" marR="67818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>
                              <a:effectLst/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A</a:t>
                          </a:r>
                          <a:endParaRPr lang="en-VN" sz="1600">
                            <a:effectLst/>
                            <a:latin typeface="Courier New" panose="02070309020205020404" pitchFamily="49" charset="0"/>
                            <a:ea typeface="MS Mincho" panose="02020609040205080304" pitchFamily="49" charset="-128"/>
                            <a:cs typeface="Courier New" panose="02070309020205020404" pitchFamily="49" charset="0"/>
                          </a:endParaRPr>
                        </a:p>
                      </a:txBody>
                      <a:tcPr marL="67818" marR="67818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>
                              <a:effectLst/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C</a:t>
                          </a:r>
                          <a:endParaRPr lang="en-VN" sz="1600" dirty="0">
                            <a:effectLst/>
                            <a:latin typeface="Courier New" panose="02070309020205020404" pitchFamily="49" charset="0"/>
                            <a:ea typeface="MS Mincho" panose="02020609040205080304" pitchFamily="49" charset="-128"/>
                            <a:cs typeface="Courier New" panose="02070309020205020404" pitchFamily="49" charset="0"/>
                          </a:endParaRPr>
                        </a:p>
                      </a:txBody>
                      <a:tcPr marL="67818" marR="67818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>
                              <a:effectLst/>
                              <a:latin typeface="Courier New" panose="02070309020205020404" pitchFamily="49" charset="0"/>
                              <a:cs typeface="Courier New" panose="02070309020205020404" pitchFamily="49" charset="0"/>
                              <a:sym typeface="Symbol" pitchFamily="2" charset="2"/>
                            </a:rPr>
                            <a:t></a:t>
                          </a:r>
                          <a:endParaRPr lang="en-VN" sz="1600" dirty="0">
                            <a:effectLst/>
                            <a:latin typeface="Courier New" panose="02070309020205020404" pitchFamily="49" charset="0"/>
                            <a:ea typeface="MS Mincho" panose="02020609040205080304" pitchFamily="49" charset="-128"/>
                            <a:cs typeface="Courier New" panose="02070309020205020404" pitchFamily="49" charset="0"/>
                          </a:endParaRPr>
                        </a:p>
                      </a:txBody>
                      <a:tcPr marL="67818" marR="67818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>
                              <a:effectLst/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T</a:t>
                          </a:r>
                          <a:endParaRPr lang="en-VN" sz="1600">
                            <a:effectLst/>
                            <a:latin typeface="Courier New" panose="02070309020205020404" pitchFamily="49" charset="0"/>
                            <a:ea typeface="MS Mincho" panose="02020609040205080304" pitchFamily="49" charset="-128"/>
                            <a:cs typeface="Courier New" panose="02070309020205020404" pitchFamily="49" charset="0"/>
                          </a:endParaRPr>
                        </a:p>
                      </a:txBody>
                      <a:tcPr marL="67818" marR="67818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>
                              <a:effectLst/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 </a:t>
                          </a:r>
                          <a:endParaRPr lang="en-VN" sz="1600">
                            <a:effectLst/>
                            <a:latin typeface="Courier New" panose="02070309020205020404" pitchFamily="49" charset="0"/>
                            <a:ea typeface="MS Mincho" panose="02020609040205080304" pitchFamily="49" charset="-128"/>
                            <a:cs typeface="Courier New" panose="02070309020205020404" pitchFamily="49" charset="0"/>
                          </a:endParaRPr>
                        </a:p>
                      </a:txBody>
                      <a:tcPr marL="67818" marR="67818" marT="0" marB="0" anchor="ctr"/>
                    </a:tc>
                    <a:extLst>
                      <a:ext uri="{0D108BD9-81ED-4DB2-BD59-A6C34878D82A}">
                        <a16:rowId xmlns:a16="http://schemas.microsoft.com/office/drawing/2014/main" val="3502321052"/>
                      </a:ext>
                    </a:extLst>
                  </a:tr>
                  <a:tr h="243840">
                    <a:tc>
                      <a:txBody>
                        <a:bodyPr/>
                        <a:lstStyle/>
                        <a:p>
                          <a:pPr algn="just"/>
                          <a:r>
                            <a:rPr lang="en-US" sz="1600">
                              <a:effectLst/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Khỉ nâu</a:t>
                          </a:r>
                          <a:endParaRPr lang="en-VN" sz="1600">
                            <a:effectLst/>
                            <a:latin typeface="Courier New" panose="02070309020205020404" pitchFamily="49" charset="0"/>
                            <a:ea typeface="MS Mincho" panose="02020609040205080304" pitchFamily="49" charset="-128"/>
                            <a:cs typeface="Courier New" panose="02070309020205020404" pitchFamily="49" charset="0"/>
                          </a:endParaRPr>
                        </a:p>
                      </a:txBody>
                      <a:tcPr marL="67818" marR="67818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>
                              <a:effectLst/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G</a:t>
                          </a:r>
                          <a:endParaRPr lang="en-VN" sz="1600">
                            <a:effectLst/>
                            <a:latin typeface="Courier New" panose="02070309020205020404" pitchFamily="49" charset="0"/>
                            <a:ea typeface="MS Mincho" panose="02020609040205080304" pitchFamily="49" charset="-128"/>
                            <a:cs typeface="Courier New" panose="02070309020205020404" pitchFamily="49" charset="0"/>
                          </a:endParaRPr>
                        </a:p>
                      </a:txBody>
                      <a:tcPr marL="67818" marR="67818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>
                              <a:effectLst/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A</a:t>
                          </a:r>
                          <a:endParaRPr lang="en-VN" sz="1600">
                            <a:effectLst/>
                            <a:latin typeface="Courier New" panose="02070309020205020404" pitchFamily="49" charset="0"/>
                            <a:ea typeface="MS Mincho" panose="02020609040205080304" pitchFamily="49" charset="-128"/>
                            <a:cs typeface="Courier New" panose="02070309020205020404" pitchFamily="49" charset="0"/>
                          </a:endParaRPr>
                        </a:p>
                      </a:txBody>
                      <a:tcPr marL="67818" marR="67818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>
                              <a:effectLst/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C</a:t>
                          </a:r>
                          <a:endParaRPr lang="en-VN" sz="1600">
                            <a:effectLst/>
                            <a:latin typeface="Courier New" panose="02070309020205020404" pitchFamily="49" charset="0"/>
                            <a:ea typeface="MS Mincho" panose="02020609040205080304" pitchFamily="49" charset="-128"/>
                            <a:cs typeface="Courier New" panose="02070309020205020404" pitchFamily="49" charset="0"/>
                          </a:endParaRPr>
                        </a:p>
                      </a:txBody>
                      <a:tcPr marL="67818" marR="67818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>
                              <a:effectLst/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G</a:t>
                          </a:r>
                          <a:endParaRPr lang="en-VN" sz="1600" dirty="0">
                            <a:effectLst/>
                            <a:latin typeface="Courier New" panose="02070309020205020404" pitchFamily="49" charset="0"/>
                            <a:ea typeface="MS Mincho" panose="02020609040205080304" pitchFamily="49" charset="-128"/>
                            <a:cs typeface="Courier New" panose="02070309020205020404" pitchFamily="49" charset="0"/>
                          </a:endParaRPr>
                        </a:p>
                      </a:txBody>
                      <a:tcPr marL="67818" marR="67818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>
                              <a:effectLst/>
                              <a:latin typeface="Courier New" panose="02070309020205020404" pitchFamily="49" charset="0"/>
                              <a:cs typeface="Courier New" panose="02070309020205020404" pitchFamily="49" charset="0"/>
                              <a:sym typeface="Symbol" pitchFamily="2" charset="2"/>
                            </a:rPr>
                            <a:t></a:t>
                          </a:r>
                          <a:endParaRPr lang="en-VN" sz="1600" dirty="0">
                            <a:effectLst/>
                            <a:latin typeface="Courier New" panose="02070309020205020404" pitchFamily="49" charset="0"/>
                            <a:ea typeface="MS Mincho" panose="02020609040205080304" pitchFamily="49" charset="-128"/>
                            <a:cs typeface="Courier New" panose="02070309020205020404" pitchFamily="49" charset="0"/>
                          </a:endParaRPr>
                        </a:p>
                      </a:txBody>
                      <a:tcPr marL="67818" marR="67818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>
                              <a:effectLst/>
                              <a:latin typeface="Courier New" panose="02070309020205020404" pitchFamily="49" charset="0"/>
                              <a:cs typeface="Courier New" panose="02070309020205020404" pitchFamily="49" charset="0"/>
                              <a:sym typeface="Symbol" pitchFamily="2" charset="2"/>
                            </a:rPr>
                            <a:t></a:t>
                          </a:r>
                          <a:endParaRPr lang="en-VN" sz="1600">
                            <a:effectLst/>
                            <a:latin typeface="Courier New" panose="02070309020205020404" pitchFamily="49" charset="0"/>
                            <a:ea typeface="MS Mincho" panose="02020609040205080304" pitchFamily="49" charset="-128"/>
                            <a:cs typeface="Courier New" panose="02070309020205020404" pitchFamily="49" charset="0"/>
                          </a:endParaRPr>
                        </a:p>
                      </a:txBody>
                      <a:tcPr marL="67818" marR="67818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>
                              <a:effectLst/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 </a:t>
                          </a:r>
                          <a:endParaRPr lang="en-VN" sz="1600">
                            <a:effectLst/>
                            <a:latin typeface="Courier New" panose="02070309020205020404" pitchFamily="49" charset="0"/>
                            <a:ea typeface="MS Mincho" panose="02020609040205080304" pitchFamily="49" charset="-128"/>
                            <a:cs typeface="Courier New" panose="02070309020205020404" pitchFamily="49" charset="0"/>
                          </a:endParaRPr>
                        </a:p>
                      </a:txBody>
                      <a:tcPr marL="67818" marR="67818" marT="0" marB="0" anchor="ctr"/>
                    </a:tc>
                    <a:extLst>
                      <a:ext uri="{0D108BD9-81ED-4DB2-BD59-A6C34878D82A}">
                        <a16:rowId xmlns:a16="http://schemas.microsoft.com/office/drawing/2014/main" val="4223695022"/>
                      </a:ext>
                    </a:extLst>
                  </a:tr>
                  <a:tr h="243840">
                    <a:tc>
                      <a:txBody>
                        <a:bodyPr/>
                        <a:lstStyle/>
                        <a:p>
                          <a:endParaRPr lang="en-VN"/>
                        </a:p>
                      </a:txBody>
                      <a:tcPr marL="67818" marR="67818" marT="0" marB="0" anchor="ctr">
                        <a:blipFill>
                          <a:blip r:embed="rId3"/>
                          <a:stretch>
                            <a:fillRect l="-935" t="-1121053" r="-463551" b="-53157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VN" sz="1600" dirty="0">
                            <a:effectLst/>
                            <a:latin typeface="Courier New" panose="02070309020205020404" pitchFamily="49" charset="0"/>
                            <a:ea typeface="MS Mincho" panose="02020609040205080304" pitchFamily="49" charset="-128"/>
                            <a:cs typeface="Courier New" panose="02070309020205020404" pitchFamily="49" charset="0"/>
                          </a:endParaRPr>
                        </a:p>
                      </a:txBody>
                      <a:tcPr marL="67818" marR="67818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VN" sz="1600">
                            <a:effectLst/>
                            <a:latin typeface="Courier New" panose="02070309020205020404" pitchFamily="49" charset="0"/>
                            <a:ea typeface="MS Mincho" panose="02020609040205080304" pitchFamily="49" charset="-128"/>
                            <a:cs typeface="Courier New" panose="02070309020205020404" pitchFamily="49" charset="0"/>
                          </a:endParaRPr>
                        </a:p>
                      </a:txBody>
                      <a:tcPr marL="67818" marR="67818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VN" sz="1600">
                            <a:effectLst/>
                            <a:latin typeface="Courier New" panose="02070309020205020404" pitchFamily="49" charset="0"/>
                            <a:ea typeface="MS Mincho" panose="02020609040205080304" pitchFamily="49" charset="-128"/>
                            <a:cs typeface="Courier New" panose="02070309020205020404" pitchFamily="49" charset="0"/>
                          </a:endParaRPr>
                        </a:p>
                      </a:txBody>
                      <a:tcPr marL="67818" marR="67818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VN" sz="1600" dirty="0">
                            <a:effectLst/>
                            <a:latin typeface="Courier New" panose="02070309020205020404" pitchFamily="49" charset="0"/>
                            <a:ea typeface="MS Mincho" panose="02020609040205080304" pitchFamily="49" charset="-128"/>
                            <a:cs typeface="Courier New" panose="02070309020205020404" pitchFamily="49" charset="0"/>
                          </a:endParaRPr>
                        </a:p>
                      </a:txBody>
                      <a:tcPr marL="67818" marR="67818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VN" sz="1600" dirty="0">
                            <a:effectLst/>
                            <a:latin typeface="Courier New" panose="02070309020205020404" pitchFamily="49" charset="0"/>
                            <a:ea typeface="MS Mincho" panose="02020609040205080304" pitchFamily="49" charset="-128"/>
                            <a:cs typeface="Courier New" panose="02070309020205020404" pitchFamily="49" charset="0"/>
                          </a:endParaRPr>
                        </a:p>
                      </a:txBody>
                      <a:tcPr marL="67818" marR="67818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VN" sz="1600">
                            <a:effectLst/>
                            <a:latin typeface="Courier New" panose="02070309020205020404" pitchFamily="49" charset="0"/>
                            <a:ea typeface="MS Mincho" panose="02020609040205080304" pitchFamily="49" charset="-128"/>
                            <a:cs typeface="Courier New" panose="02070309020205020404" pitchFamily="49" charset="0"/>
                          </a:endParaRPr>
                        </a:p>
                      </a:txBody>
                      <a:tcPr marL="67818" marR="67818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VN" sz="1600" dirty="0">
                            <a:effectLst/>
                            <a:latin typeface="Courier New" panose="02070309020205020404" pitchFamily="49" charset="0"/>
                            <a:ea typeface="MS Mincho" panose="02020609040205080304" pitchFamily="49" charset="-128"/>
                            <a:cs typeface="Courier New" panose="02070309020205020404" pitchFamily="49" charset="0"/>
                          </a:endParaRPr>
                        </a:p>
                      </a:txBody>
                      <a:tcPr marL="67818" marR="67818" marT="0" marB="0" anchor="ctr"/>
                    </a:tc>
                    <a:extLst>
                      <a:ext uri="{0D108BD9-81ED-4DB2-BD59-A6C34878D82A}">
                        <a16:rowId xmlns:a16="http://schemas.microsoft.com/office/drawing/2014/main" val="1218498231"/>
                      </a:ext>
                    </a:extLst>
                  </a:tr>
                  <a:tr h="243840">
                    <a:tc>
                      <a:txBody>
                        <a:bodyPr/>
                        <a:lstStyle/>
                        <a:p>
                          <a:pPr algn="just"/>
                          <a:r>
                            <a:rPr lang="en-US" sz="1600">
                              <a:effectLst/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Người</a:t>
                          </a:r>
                          <a:endParaRPr lang="en-VN" sz="1600">
                            <a:effectLst/>
                            <a:latin typeface="Courier New" panose="02070309020205020404" pitchFamily="49" charset="0"/>
                            <a:ea typeface="MS Mincho" panose="02020609040205080304" pitchFamily="49" charset="-128"/>
                            <a:cs typeface="Courier New" panose="02070309020205020404" pitchFamily="49" charset="0"/>
                          </a:endParaRPr>
                        </a:p>
                      </a:txBody>
                      <a:tcPr marL="67818" marR="67818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>
                              <a:effectLst/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T</a:t>
                          </a:r>
                          <a:endParaRPr lang="en-VN" sz="1600">
                            <a:effectLst/>
                            <a:latin typeface="Courier New" panose="02070309020205020404" pitchFamily="49" charset="0"/>
                            <a:ea typeface="MS Mincho" panose="02020609040205080304" pitchFamily="49" charset="-128"/>
                            <a:cs typeface="Courier New" panose="02070309020205020404" pitchFamily="49" charset="0"/>
                          </a:endParaRPr>
                        </a:p>
                      </a:txBody>
                      <a:tcPr marL="67818" marR="67818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>
                              <a:effectLst/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G</a:t>
                          </a:r>
                          <a:endParaRPr lang="en-VN" sz="1600">
                            <a:effectLst/>
                            <a:latin typeface="Courier New" panose="02070309020205020404" pitchFamily="49" charset="0"/>
                            <a:ea typeface="MS Mincho" panose="02020609040205080304" pitchFamily="49" charset="-128"/>
                            <a:cs typeface="Courier New" panose="02070309020205020404" pitchFamily="49" charset="0"/>
                          </a:endParaRPr>
                        </a:p>
                      </a:txBody>
                      <a:tcPr marL="67818" marR="67818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>
                              <a:effectLst/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A</a:t>
                          </a:r>
                          <a:endParaRPr lang="en-VN" sz="1600">
                            <a:effectLst/>
                            <a:latin typeface="Courier New" panose="02070309020205020404" pitchFamily="49" charset="0"/>
                            <a:ea typeface="MS Mincho" panose="02020609040205080304" pitchFamily="49" charset="-128"/>
                            <a:cs typeface="Courier New" panose="02070309020205020404" pitchFamily="49" charset="0"/>
                          </a:endParaRPr>
                        </a:p>
                      </a:txBody>
                      <a:tcPr marL="67818" marR="67818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>
                              <a:effectLst/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C</a:t>
                          </a:r>
                          <a:endParaRPr lang="en-VN" sz="1600">
                            <a:effectLst/>
                            <a:latin typeface="Courier New" panose="02070309020205020404" pitchFamily="49" charset="0"/>
                            <a:ea typeface="MS Mincho" panose="02020609040205080304" pitchFamily="49" charset="-128"/>
                            <a:cs typeface="Courier New" panose="02070309020205020404" pitchFamily="49" charset="0"/>
                          </a:endParaRPr>
                        </a:p>
                      </a:txBody>
                      <a:tcPr marL="67818" marR="67818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>
                              <a:effectLst/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G</a:t>
                          </a:r>
                          <a:endParaRPr lang="en-VN" sz="1600" dirty="0">
                            <a:effectLst/>
                            <a:latin typeface="Courier New" panose="02070309020205020404" pitchFamily="49" charset="0"/>
                            <a:ea typeface="MS Mincho" panose="02020609040205080304" pitchFamily="49" charset="-128"/>
                            <a:cs typeface="Courier New" panose="02070309020205020404" pitchFamily="49" charset="0"/>
                          </a:endParaRPr>
                        </a:p>
                      </a:txBody>
                      <a:tcPr marL="67818" marR="67818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>
                              <a:effectLst/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T</a:t>
                          </a:r>
                          <a:endParaRPr lang="en-VN" sz="1600" dirty="0">
                            <a:effectLst/>
                            <a:latin typeface="Courier New" panose="02070309020205020404" pitchFamily="49" charset="0"/>
                            <a:ea typeface="MS Mincho" panose="02020609040205080304" pitchFamily="49" charset="-128"/>
                            <a:cs typeface="Courier New" panose="02070309020205020404" pitchFamily="49" charset="0"/>
                          </a:endParaRPr>
                        </a:p>
                      </a:txBody>
                      <a:tcPr marL="67818" marR="67818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>
                              <a:effectLst/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 </a:t>
                          </a:r>
                          <a:endParaRPr lang="en-VN" sz="1600" dirty="0">
                            <a:effectLst/>
                            <a:latin typeface="Courier New" panose="02070309020205020404" pitchFamily="49" charset="0"/>
                            <a:ea typeface="MS Mincho" panose="02020609040205080304" pitchFamily="49" charset="-128"/>
                            <a:cs typeface="Courier New" panose="02070309020205020404" pitchFamily="49" charset="0"/>
                          </a:endParaRPr>
                        </a:p>
                      </a:txBody>
                      <a:tcPr marL="67818" marR="67818" marT="0" marB="0" anchor="ctr"/>
                    </a:tc>
                    <a:extLst>
                      <a:ext uri="{0D108BD9-81ED-4DB2-BD59-A6C34878D82A}">
                        <a16:rowId xmlns:a16="http://schemas.microsoft.com/office/drawing/2014/main" val="3942313211"/>
                      </a:ext>
                    </a:extLst>
                  </a:tr>
                  <a:tr h="243840">
                    <a:tc>
                      <a:txBody>
                        <a:bodyPr/>
                        <a:lstStyle/>
                        <a:p>
                          <a:pPr algn="just"/>
                          <a:r>
                            <a:rPr lang="en-US" sz="1600">
                              <a:effectLst/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Tinh tinh</a:t>
                          </a:r>
                          <a:endParaRPr lang="en-VN" sz="1600">
                            <a:effectLst/>
                            <a:latin typeface="Courier New" panose="02070309020205020404" pitchFamily="49" charset="0"/>
                            <a:ea typeface="MS Mincho" panose="02020609040205080304" pitchFamily="49" charset="-128"/>
                            <a:cs typeface="Courier New" panose="02070309020205020404" pitchFamily="49" charset="0"/>
                          </a:endParaRPr>
                        </a:p>
                      </a:txBody>
                      <a:tcPr marL="67818" marR="67818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>
                              <a:effectLst/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T</a:t>
                          </a:r>
                          <a:endParaRPr lang="en-VN" sz="1600">
                            <a:effectLst/>
                            <a:latin typeface="Courier New" panose="02070309020205020404" pitchFamily="49" charset="0"/>
                            <a:ea typeface="MS Mincho" panose="02020609040205080304" pitchFamily="49" charset="-128"/>
                            <a:cs typeface="Courier New" panose="02070309020205020404" pitchFamily="49" charset="0"/>
                          </a:endParaRPr>
                        </a:p>
                      </a:txBody>
                      <a:tcPr marL="67818" marR="67818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>
                              <a:effectLst/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G</a:t>
                          </a:r>
                          <a:endParaRPr lang="en-VN" sz="1600">
                            <a:effectLst/>
                            <a:latin typeface="Courier New" panose="02070309020205020404" pitchFamily="49" charset="0"/>
                            <a:ea typeface="MS Mincho" panose="02020609040205080304" pitchFamily="49" charset="-128"/>
                            <a:cs typeface="Courier New" panose="02070309020205020404" pitchFamily="49" charset="0"/>
                          </a:endParaRPr>
                        </a:p>
                      </a:txBody>
                      <a:tcPr marL="67818" marR="67818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>
                              <a:effectLst/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A</a:t>
                          </a:r>
                          <a:endParaRPr lang="en-VN" sz="1600">
                            <a:effectLst/>
                            <a:latin typeface="Courier New" panose="02070309020205020404" pitchFamily="49" charset="0"/>
                            <a:ea typeface="MS Mincho" panose="02020609040205080304" pitchFamily="49" charset="-128"/>
                            <a:cs typeface="Courier New" panose="02070309020205020404" pitchFamily="49" charset="0"/>
                          </a:endParaRPr>
                        </a:p>
                      </a:txBody>
                      <a:tcPr marL="67818" marR="67818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>
                              <a:effectLst/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C</a:t>
                          </a:r>
                          <a:endParaRPr lang="en-VN" sz="1600">
                            <a:effectLst/>
                            <a:latin typeface="Courier New" panose="02070309020205020404" pitchFamily="49" charset="0"/>
                            <a:ea typeface="MS Mincho" panose="02020609040205080304" pitchFamily="49" charset="-128"/>
                            <a:cs typeface="Courier New" panose="02070309020205020404" pitchFamily="49" charset="0"/>
                          </a:endParaRPr>
                        </a:p>
                      </a:txBody>
                      <a:tcPr marL="67818" marR="67818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>
                              <a:effectLst/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T</a:t>
                          </a:r>
                          <a:endParaRPr lang="en-VN" sz="1600" dirty="0">
                            <a:effectLst/>
                            <a:latin typeface="Courier New" panose="02070309020205020404" pitchFamily="49" charset="0"/>
                            <a:ea typeface="MS Mincho" panose="02020609040205080304" pitchFamily="49" charset="-128"/>
                            <a:cs typeface="Courier New" panose="02070309020205020404" pitchFamily="49" charset="0"/>
                          </a:endParaRPr>
                        </a:p>
                      </a:txBody>
                      <a:tcPr marL="67818" marR="67818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>
                              <a:effectLst/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T</a:t>
                          </a:r>
                          <a:endParaRPr lang="en-VN" sz="1600" dirty="0">
                            <a:effectLst/>
                            <a:latin typeface="Courier New" panose="02070309020205020404" pitchFamily="49" charset="0"/>
                            <a:ea typeface="MS Mincho" panose="02020609040205080304" pitchFamily="49" charset="-128"/>
                            <a:cs typeface="Courier New" panose="02070309020205020404" pitchFamily="49" charset="0"/>
                          </a:endParaRPr>
                        </a:p>
                      </a:txBody>
                      <a:tcPr marL="67818" marR="67818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>
                              <a:effectLst/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 </a:t>
                          </a:r>
                          <a:endParaRPr lang="en-VN" sz="1600">
                            <a:effectLst/>
                            <a:latin typeface="Courier New" panose="02070309020205020404" pitchFamily="49" charset="0"/>
                            <a:ea typeface="MS Mincho" panose="02020609040205080304" pitchFamily="49" charset="-128"/>
                            <a:cs typeface="Courier New" panose="02070309020205020404" pitchFamily="49" charset="0"/>
                          </a:endParaRPr>
                        </a:p>
                      </a:txBody>
                      <a:tcPr marL="67818" marR="67818" marT="0" marB="0" anchor="ctr"/>
                    </a:tc>
                    <a:extLst>
                      <a:ext uri="{0D108BD9-81ED-4DB2-BD59-A6C34878D82A}">
                        <a16:rowId xmlns:a16="http://schemas.microsoft.com/office/drawing/2014/main" val="209257809"/>
                      </a:ext>
                    </a:extLst>
                  </a:tr>
                  <a:tr h="243840">
                    <a:tc>
                      <a:txBody>
                        <a:bodyPr/>
                        <a:lstStyle/>
                        <a:p>
                          <a:pPr algn="just"/>
                          <a:r>
                            <a:rPr lang="en-US" sz="1600">
                              <a:effectLst/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Khỉ đột</a:t>
                          </a:r>
                          <a:endParaRPr lang="en-VN" sz="1600">
                            <a:effectLst/>
                            <a:latin typeface="Courier New" panose="02070309020205020404" pitchFamily="49" charset="0"/>
                            <a:ea typeface="MS Mincho" panose="02020609040205080304" pitchFamily="49" charset="-128"/>
                            <a:cs typeface="Courier New" panose="02070309020205020404" pitchFamily="49" charset="0"/>
                          </a:endParaRPr>
                        </a:p>
                      </a:txBody>
                      <a:tcPr marL="67818" marR="67818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>
                              <a:effectLst/>
                              <a:latin typeface="Courier New" panose="02070309020205020404" pitchFamily="49" charset="0"/>
                              <a:cs typeface="Courier New" panose="02070309020205020404" pitchFamily="49" charset="0"/>
                              <a:sym typeface="Symbol" pitchFamily="2" charset="2"/>
                            </a:rPr>
                            <a:t></a:t>
                          </a:r>
                          <a:endParaRPr lang="en-VN" sz="1600">
                            <a:effectLst/>
                            <a:latin typeface="Courier New" panose="02070309020205020404" pitchFamily="49" charset="0"/>
                            <a:ea typeface="MS Mincho" panose="02020609040205080304" pitchFamily="49" charset="-128"/>
                            <a:cs typeface="Courier New" panose="02070309020205020404" pitchFamily="49" charset="0"/>
                          </a:endParaRPr>
                        </a:p>
                      </a:txBody>
                      <a:tcPr marL="67818" marR="67818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>
                              <a:effectLst/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C</a:t>
                          </a:r>
                          <a:endParaRPr lang="en-VN" sz="1600">
                            <a:effectLst/>
                            <a:latin typeface="Courier New" panose="02070309020205020404" pitchFamily="49" charset="0"/>
                            <a:ea typeface="MS Mincho" panose="02020609040205080304" pitchFamily="49" charset="-128"/>
                            <a:cs typeface="Courier New" panose="02070309020205020404" pitchFamily="49" charset="0"/>
                          </a:endParaRPr>
                        </a:p>
                      </a:txBody>
                      <a:tcPr marL="67818" marR="67818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>
                              <a:effectLst/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G</a:t>
                          </a:r>
                          <a:endParaRPr lang="en-VN" sz="1600">
                            <a:effectLst/>
                            <a:latin typeface="Courier New" panose="02070309020205020404" pitchFamily="49" charset="0"/>
                            <a:ea typeface="MS Mincho" panose="02020609040205080304" pitchFamily="49" charset="-128"/>
                            <a:cs typeface="Courier New" panose="02070309020205020404" pitchFamily="49" charset="0"/>
                          </a:endParaRPr>
                        </a:p>
                      </a:txBody>
                      <a:tcPr marL="67818" marR="67818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>
                              <a:effectLst/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A</a:t>
                          </a:r>
                          <a:endParaRPr lang="en-VN" sz="1600">
                            <a:effectLst/>
                            <a:latin typeface="Courier New" panose="02070309020205020404" pitchFamily="49" charset="0"/>
                            <a:ea typeface="MS Mincho" panose="02020609040205080304" pitchFamily="49" charset="-128"/>
                            <a:cs typeface="Courier New" panose="02070309020205020404" pitchFamily="49" charset="0"/>
                          </a:endParaRPr>
                        </a:p>
                      </a:txBody>
                      <a:tcPr marL="67818" marR="67818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>
                              <a:effectLst/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C</a:t>
                          </a:r>
                          <a:endParaRPr lang="en-VN" sz="1600">
                            <a:effectLst/>
                            <a:latin typeface="Courier New" panose="02070309020205020404" pitchFamily="49" charset="0"/>
                            <a:ea typeface="MS Mincho" panose="02020609040205080304" pitchFamily="49" charset="-128"/>
                            <a:cs typeface="Courier New" panose="02070309020205020404" pitchFamily="49" charset="0"/>
                          </a:endParaRPr>
                        </a:p>
                      </a:txBody>
                      <a:tcPr marL="67818" marR="67818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>
                              <a:effectLst/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T</a:t>
                          </a:r>
                          <a:endParaRPr lang="en-VN" sz="1600" dirty="0">
                            <a:effectLst/>
                            <a:latin typeface="Courier New" panose="02070309020205020404" pitchFamily="49" charset="0"/>
                            <a:ea typeface="MS Mincho" panose="02020609040205080304" pitchFamily="49" charset="-128"/>
                            <a:cs typeface="Courier New" panose="02070309020205020404" pitchFamily="49" charset="0"/>
                          </a:endParaRPr>
                        </a:p>
                      </a:txBody>
                      <a:tcPr marL="67818" marR="67818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>
                              <a:effectLst/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 </a:t>
                          </a:r>
                          <a:endParaRPr lang="en-VN" sz="1600" dirty="0">
                            <a:effectLst/>
                            <a:latin typeface="Courier New" panose="02070309020205020404" pitchFamily="49" charset="0"/>
                            <a:ea typeface="MS Mincho" panose="02020609040205080304" pitchFamily="49" charset="-128"/>
                            <a:cs typeface="Courier New" panose="02070309020205020404" pitchFamily="49" charset="0"/>
                          </a:endParaRPr>
                        </a:p>
                      </a:txBody>
                      <a:tcPr marL="67818" marR="67818" marT="0" marB="0" anchor="ctr"/>
                    </a:tc>
                    <a:extLst>
                      <a:ext uri="{0D108BD9-81ED-4DB2-BD59-A6C34878D82A}">
                        <a16:rowId xmlns:a16="http://schemas.microsoft.com/office/drawing/2014/main" val="1215900921"/>
                      </a:ext>
                    </a:extLst>
                  </a:tr>
                  <a:tr h="243840">
                    <a:tc>
                      <a:txBody>
                        <a:bodyPr/>
                        <a:lstStyle/>
                        <a:p>
                          <a:pPr algn="just"/>
                          <a:r>
                            <a:rPr lang="en-US" sz="1600">
                              <a:effectLst/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Khỉ nâu</a:t>
                          </a:r>
                          <a:endParaRPr lang="en-VN" sz="1600">
                            <a:effectLst/>
                            <a:latin typeface="Courier New" panose="02070309020205020404" pitchFamily="49" charset="0"/>
                            <a:ea typeface="MS Mincho" panose="02020609040205080304" pitchFamily="49" charset="-128"/>
                            <a:cs typeface="Courier New" panose="02070309020205020404" pitchFamily="49" charset="0"/>
                          </a:endParaRPr>
                        </a:p>
                      </a:txBody>
                      <a:tcPr marL="67818" marR="67818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>
                              <a:effectLst/>
                              <a:latin typeface="Courier New" panose="02070309020205020404" pitchFamily="49" charset="0"/>
                              <a:cs typeface="Courier New" panose="02070309020205020404" pitchFamily="49" charset="0"/>
                              <a:sym typeface="Symbol" pitchFamily="2" charset="2"/>
                            </a:rPr>
                            <a:t></a:t>
                          </a:r>
                          <a:endParaRPr lang="en-VN" sz="1600">
                            <a:effectLst/>
                            <a:latin typeface="Courier New" panose="02070309020205020404" pitchFamily="49" charset="0"/>
                            <a:ea typeface="MS Mincho" panose="02020609040205080304" pitchFamily="49" charset="-128"/>
                            <a:cs typeface="Courier New" panose="02070309020205020404" pitchFamily="49" charset="0"/>
                          </a:endParaRPr>
                        </a:p>
                      </a:txBody>
                      <a:tcPr marL="67818" marR="67818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>
                              <a:effectLst/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G</a:t>
                          </a:r>
                          <a:endParaRPr lang="en-VN" sz="1600">
                            <a:effectLst/>
                            <a:latin typeface="Courier New" panose="02070309020205020404" pitchFamily="49" charset="0"/>
                            <a:ea typeface="MS Mincho" panose="02020609040205080304" pitchFamily="49" charset="-128"/>
                            <a:cs typeface="Courier New" panose="02070309020205020404" pitchFamily="49" charset="0"/>
                          </a:endParaRPr>
                        </a:p>
                      </a:txBody>
                      <a:tcPr marL="67818" marR="67818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>
                              <a:effectLst/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A</a:t>
                          </a:r>
                          <a:endParaRPr lang="en-VN" sz="1600">
                            <a:effectLst/>
                            <a:latin typeface="Courier New" panose="02070309020205020404" pitchFamily="49" charset="0"/>
                            <a:ea typeface="MS Mincho" panose="02020609040205080304" pitchFamily="49" charset="-128"/>
                            <a:cs typeface="Courier New" panose="02070309020205020404" pitchFamily="49" charset="0"/>
                          </a:endParaRPr>
                        </a:p>
                      </a:txBody>
                      <a:tcPr marL="67818" marR="67818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>
                              <a:effectLst/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C</a:t>
                          </a:r>
                          <a:endParaRPr lang="en-VN" sz="1600">
                            <a:effectLst/>
                            <a:latin typeface="Courier New" panose="02070309020205020404" pitchFamily="49" charset="0"/>
                            <a:ea typeface="MS Mincho" panose="02020609040205080304" pitchFamily="49" charset="-128"/>
                            <a:cs typeface="Courier New" panose="02070309020205020404" pitchFamily="49" charset="0"/>
                          </a:endParaRPr>
                        </a:p>
                      </a:txBody>
                      <a:tcPr marL="67818" marR="67818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>
                              <a:effectLst/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G</a:t>
                          </a:r>
                          <a:endParaRPr lang="en-VN" sz="1600">
                            <a:effectLst/>
                            <a:latin typeface="Courier New" panose="02070309020205020404" pitchFamily="49" charset="0"/>
                            <a:ea typeface="MS Mincho" panose="02020609040205080304" pitchFamily="49" charset="-128"/>
                            <a:cs typeface="Courier New" panose="02070309020205020404" pitchFamily="49" charset="0"/>
                          </a:endParaRPr>
                        </a:p>
                      </a:txBody>
                      <a:tcPr marL="67818" marR="67818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>
                              <a:effectLst/>
                              <a:latin typeface="Courier New" panose="02070309020205020404" pitchFamily="49" charset="0"/>
                              <a:cs typeface="Courier New" panose="02070309020205020404" pitchFamily="49" charset="0"/>
                              <a:sym typeface="Symbol" pitchFamily="2" charset="2"/>
                            </a:rPr>
                            <a:t></a:t>
                          </a:r>
                          <a:endParaRPr lang="en-VN" sz="1600" dirty="0">
                            <a:effectLst/>
                            <a:latin typeface="Courier New" panose="02070309020205020404" pitchFamily="49" charset="0"/>
                            <a:ea typeface="MS Mincho" panose="02020609040205080304" pitchFamily="49" charset="-128"/>
                            <a:cs typeface="Courier New" panose="02070309020205020404" pitchFamily="49" charset="0"/>
                          </a:endParaRPr>
                        </a:p>
                      </a:txBody>
                      <a:tcPr marL="67818" marR="67818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>
                              <a:effectLst/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 </a:t>
                          </a:r>
                          <a:endParaRPr lang="en-VN" sz="1600" dirty="0">
                            <a:effectLst/>
                            <a:latin typeface="Courier New" panose="02070309020205020404" pitchFamily="49" charset="0"/>
                            <a:ea typeface="MS Mincho" panose="02020609040205080304" pitchFamily="49" charset="-128"/>
                            <a:cs typeface="Courier New" panose="02070309020205020404" pitchFamily="49" charset="0"/>
                          </a:endParaRPr>
                        </a:p>
                      </a:txBody>
                      <a:tcPr marL="67818" marR="67818" marT="0" marB="0" anchor="ctr"/>
                    </a:tc>
                    <a:extLst>
                      <a:ext uri="{0D108BD9-81ED-4DB2-BD59-A6C34878D82A}">
                        <a16:rowId xmlns:a16="http://schemas.microsoft.com/office/drawing/2014/main" val="977194322"/>
                      </a:ext>
                    </a:extLst>
                  </a:tr>
                  <a:tr h="243840">
                    <a:tc>
                      <a:txBody>
                        <a:bodyPr/>
                        <a:lstStyle/>
                        <a:p>
                          <a:endParaRPr lang="en-VN"/>
                        </a:p>
                      </a:txBody>
                      <a:tcPr marL="67818" marR="67818" marT="0" marB="0" anchor="ctr">
                        <a:blipFill>
                          <a:blip r:embed="rId3"/>
                          <a:stretch>
                            <a:fillRect l="-935" t="-1626316" r="-463551" b="-2631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VN" sz="1600" dirty="0">
                            <a:effectLst/>
                            <a:latin typeface="Courier New" panose="02070309020205020404" pitchFamily="49" charset="0"/>
                            <a:ea typeface="MS Mincho" panose="02020609040205080304" pitchFamily="49" charset="-128"/>
                            <a:cs typeface="Courier New" panose="02070309020205020404" pitchFamily="49" charset="0"/>
                          </a:endParaRPr>
                        </a:p>
                      </a:txBody>
                      <a:tcPr marL="67818" marR="67818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VN" sz="1600">
                            <a:effectLst/>
                            <a:latin typeface="Courier New" panose="02070309020205020404" pitchFamily="49" charset="0"/>
                            <a:ea typeface="MS Mincho" panose="02020609040205080304" pitchFamily="49" charset="-128"/>
                            <a:cs typeface="Courier New" panose="02070309020205020404" pitchFamily="49" charset="0"/>
                          </a:endParaRPr>
                        </a:p>
                      </a:txBody>
                      <a:tcPr marL="67818" marR="67818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VN" sz="1600">
                            <a:effectLst/>
                            <a:latin typeface="Courier New" panose="02070309020205020404" pitchFamily="49" charset="0"/>
                            <a:ea typeface="MS Mincho" panose="02020609040205080304" pitchFamily="49" charset="-128"/>
                            <a:cs typeface="Courier New" panose="02070309020205020404" pitchFamily="49" charset="0"/>
                          </a:endParaRPr>
                        </a:p>
                      </a:txBody>
                      <a:tcPr marL="67818" marR="67818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VN" sz="1600">
                            <a:effectLst/>
                            <a:latin typeface="Courier New" panose="02070309020205020404" pitchFamily="49" charset="0"/>
                            <a:ea typeface="MS Mincho" panose="02020609040205080304" pitchFamily="49" charset="-128"/>
                            <a:cs typeface="Courier New" panose="02070309020205020404" pitchFamily="49" charset="0"/>
                          </a:endParaRPr>
                        </a:p>
                      </a:txBody>
                      <a:tcPr marL="67818" marR="67818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VN" sz="1600">
                            <a:effectLst/>
                            <a:latin typeface="Courier New" panose="02070309020205020404" pitchFamily="49" charset="0"/>
                            <a:ea typeface="MS Mincho" panose="02020609040205080304" pitchFamily="49" charset="-128"/>
                            <a:cs typeface="Courier New" panose="02070309020205020404" pitchFamily="49" charset="0"/>
                          </a:endParaRPr>
                        </a:p>
                      </a:txBody>
                      <a:tcPr marL="67818" marR="67818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VN" sz="1600">
                            <a:effectLst/>
                            <a:latin typeface="Courier New" panose="02070309020205020404" pitchFamily="49" charset="0"/>
                            <a:ea typeface="MS Mincho" panose="02020609040205080304" pitchFamily="49" charset="-128"/>
                            <a:cs typeface="Courier New" panose="02070309020205020404" pitchFamily="49" charset="0"/>
                          </a:endParaRPr>
                        </a:p>
                      </a:txBody>
                      <a:tcPr marL="67818" marR="67818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VN" sz="1600" dirty="0">
                            <a:effectLst/>
                            <a:latin typeface="Courier New" panose="02070309020205020404" pitchFamily="49" charset="0"/>
                            <a:ea typeface="MS Mincho" panose="02020609040205080304" pitchFamily="49" charset="-128"/>
                            <a:cs typeface="Courier New" panose="02070309020205020404" pitchFamily="49" charset="0"/>
                          </a:endParaRPr>
                        </a:p>
                      </a:txBody>
                      <a:tcPr marL="67818" marR="67818" marT="0" marB="0" anchor="ctr"/>
                    </a:tc>
                    <a:extLst>
                      <a:ext uri="{0D108BD9-81ED-4DB2-BD59-A6C34878D82A}">
                        <a16:rowId xmlns:a16="http://schemas.microsoft.com/office/drawing/2014/main" val="3552331791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7" name="TextBox 6">
            <a:extLst>
              <a:ext uri="{FF2B5EF4-FFF2-40B4-BE49-F238E27FC236}">
                <a16:creationId xmlns:a16="http://schemas.microsoft.com/office/drawing/2014/main" id="{D6DCD1E0-DE09-DFA9-769D-09A1AE1278C1}"/>
              </a:ext>
            </a:extLst>
          </p:cNvPr>
          <p:cNvSpPr txBox="1"/>
          <p:nvPr/>
        </p:nvSpPr>
        <p:spPr>
          <a:xfrm>
            <a:off x="457200" y="5619691"/>
            <a:ext cx="815339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VN" dirty="0"/>
              <a:t>Calculate the score of above MSAs with the following score system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VN" dirty="0"/>
              <a:t>match: 2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VN" dirty="0"/>
              <a:t>mismatch:-1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VN" dirty="0"/>
              <a:t>indel:-2</a:t>
            </a:r>
          </a:p>
        </p:txBody>
      </p:sp>
    </p:spTree>
    <p:extLst>
      <p:ext uri="{BB962C8B-B14F-4D97-AF65-F5344CB8AC3E}">
        <p14:creationId xmlns:p14="http://schemas.microsoft.com/office/powerpoint/2010/main" val="17762767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6B6B4024-EF92-4E47-9B95-F8F2003CD095}"/>
              </a:ext>
            </a:extLst>
          </p:cNvPr>
          <p:cNvSpPr txBox="1"/>
          <p:nvPr/>
        </p:nvSpPr>
        <p:spPr>
          <a:xfrm>
            <a:off x="438666" y="437157"/>
            <a:ext cx="84582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en-US" sz="2800" dirty="0">
                <a:latin typeface="+mj-lt"/>
              </a:rPr>
              <a:t>The similarity between two multiple sequence alignments</a:t>
            </a:r>
            <a:endParaRPr lang="en-VN" sz="2800" dirty="0">
              <a:latin typeface="+mj-lt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3D87F0C-3B42-608A-F92F-BCCB4FE3FB2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19200" y="2928231"/>
            <a:ext cx="5442122" cy="2302436"/>
          </a:xfrm>
          <a:prstGeom prst="rect">
            <a:avLst/>
          </a:prstGeom>
          <a:effectLst>
            <a:softEdge rad="63500"/>
          </a:effec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89D58FA1-5562-D076-2C4C-07D916459B7A}"/>
                  </a:ext>
                </a:extLst>
              </p:cNvPr>
              <p:cNvSpPr txBox="1"/>
              <p:nvPr/>
            </p:nvSpPr>
            <p:spPr>
              <a:xfrm>
                <a:off x="513836" y="1318055"/>
                <a:ext cx="6553200" cy="95487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spcBef>
                    <a:spcPts val="1200"/>
                  </a:spcBef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VN" sz="2000" i="1" smtClean="0"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1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𝑨</m:t>
                        </m:r>
                      </m:e>
                      <m:sub>
                        <m:r>
                          <a:rPr lang="en-US" sz="20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</m:sub>
                    </m:sSub>
                    <m:r>
                      <a:rPr lang="en-US" sz="2000" i="1" smtClean="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=</m:t>
                    </m:r>
                    <m:d>
                      <m:dPr>
                        <m:ctrlPr>
                          <a:rPr lang="en-VN" sz="2000" i="1" smtClean="0">
                            <a:effectLst/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VN" sz="2000" i="1">
                                <a:effectLst/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en-US" sz="20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sz="20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,…,</m:t>
                        </m:r>
                        <m:sSub>
                          <m:sSubPr>
                            <m:ctrlPr>
                              <a:rPr lang="en-VN" sz="2000" i="1">
                                <a:effectLst/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en-US" sz="20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𝑝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sz="2000" dirty="0">
                    <a:effectLst/>
                    <a:latin typeface="Palatino Linotype" panose="0204050205050503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VN" sz="2000" i="1" smtClean="0"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1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𝑨</m:t>
                        </m:r>
                      </m:e>
                      <m:sub>
                        <m:r>
                          <a:rPr lang="en-US" sz="20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𝑦</m:t>
                        </m:r>
                      </m:sub>
                    </m:sSub>
                    <m:r>
                      <a:rPr lang="en-US" sz="2000" i="1" smtClean="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=</m:t>
                    </m:r>
                    <m:d>
                      <m:dPr>
                        <m:ctrlPr>
                          <a:rPr lang="en-VN" sz="2000" i="1" smtClean="0">
                            <a:effectLst/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VN" sz="2000" i="1">
                                <a:effectLst/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𝑌</m:t>
                            </m:r>
                          </m:e>
                          <m:sub>
                            <m:r>
                              <a:rPr lang="en-US" sz="20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sz="20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,…,</m:t>
                        </m:r>
                        <m:sSub>
                          <m:sSubPr>
                            <m:ctrlPr>
                              <a:rPr lang="en-VN" sz="2000" i="1">
                                <a:effectLst/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𝑌</m:t>
                            </m:r>
                          </m:e>
                          <m:sub>
                            <m:r>
                              <a:rPr lang="en-US" sz="20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𝑞</m:t>
                            </m:r>
                          </m:sub>
                        </m:sSub>
                      </m:e>
                    </m:d>
                  </m:oMath>
                </a14:m>
                <a:r>
                  <a:rPr lang="en-VN" sz="2000" dirty="0">
                    <a:effectLst/>
                  </a:rPr>
                  <a:t> </a:t>
                </a:r>
              </a:p>
              <a:p>
                <a:pPr>
                  <a:spcBef>
                    <a:spcPts val="1200"/>
                  </a:spcBef>
                </a:pPr>
                <a:r>
                  <a:rPr lang="en-US" sz="2000" dirty="0">
                    <a:effectLst/>
                  </a:rPr>
                  <a:t>Similarity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VN" sz="2000" i="1" smtClean="0">
                            <a:effectLst/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VN" sz="2000" i="1">
                                <a:effectLst/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b="1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𝑨</m:t>
                            </m:r>
                          </m:e>
                          <m:sub>
                            <m:r>
                              <a:rPr lang="en-US" sz="20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𝑥</m:t>
                            </m:r>
                          </m:sub>
                        </m:sSub>
                        <m:r>
                          <a:rPr lang="en-US" sz="20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, </m:t>
                        </m:r>
                        <m:sSub>
                          <m:sSubPr>
                            <m:ctrlPr>
                              <a:rPr lang="en-VN" sz="2000" i="1">
                                <a:effectLst/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b="1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𝑨</m:t>
                            </m:r>
                          </m:e>
                          <m:sub>
                            <m:r>
                              <a:rPr lang="en-US" sz="20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𝑦</m:t>
                            </m:r>
                          </m:sub>
                        </m:sSub>
                      </m:e>
                    </m:d>
                    <m:r>
                      <a:rPr lang="en-US" sz="2000" i="1" smtClean="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=</m:t>
                    </m:r>
                    <m:func>
                      <m:funcPr>
                        <m:ctrlPr>
                          <a:rPr lang="en-VN" sz="2000" i="1" smtClean="0">
                            <a:effectLst/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sz="200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max</m:t>
                        </m:r>
                      </m:fName>
                      <m:e>
                        <m:r>
                          <a:rPr lang="vi-VN" sz="20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{</m:t>
                        </m:r>
                        <m:r>
                          <a:rPr lang="vi-VN" sz="20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𝑓</m:t>
                        </m:r>
                        <m:d>
                          <m:dPr>
                            <m:ctrlPr>
                              <a:rPr lang="en-VN" sz="2000" i="1">
                                <a:effectLst/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VN" sz="2000" i="1">
                                    <a:effectLst/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vi-VN" sz="2000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𝑋</m:t>
                                </m:r>
                              </m:e>
                              <m:sub>
                                <m:r>
                                  <a:rPr lang="vi-VN" sz="2000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𝑖</m:t>
                                </m:r>
                              </m:sub>
                            </m:sSub>
                            <m:r>
                              <a:rPr lang="vi-VN" sz="20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, </m:t>
                            </m:r>
                            <m:sSub>
                              <m:sSubPr>
                                <m:ctrlPr>
                                  <a:rPr lang="en-VN" sz="2000" i="1">
                                    <a:effectLst/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vi-VN" sz="2000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𝑌</m:t>
                                </m:r>
                              </m:e>
                              <m:sub>
                                <m:r>
                                  <a:rPr lang="vi-VN" sz="2000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𝑗</m:t>
                                </m:r>
                              </m:sub>
                            </m:sSub>
                          </m:e>
                        </m:d>
                        <m:r>
                          <a:rPr lang="vi-VN" sz="20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, 1≤</m:t>
                        </m:r>
                        <m:r>
                          <a:rPr lang="vi-VN" sz="20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𝑖</m:t>
                        </m:r>
                        <m:r>
                          <a:rPr lang="vi-VN" sz="20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≤</m:t>
                        </m:r>
                        <m:r>
                          <a:rPr lang="vi-VN" sz="20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𝑝</m:t>
                        </m:r>
                        <m:r>
                          <a:rPr lang="vi-VN" sz="20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; 1≤</m:t>
                        </m:r>
                        <m:r>
                          <a:rPr lang="vi-VN" sz="20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𝑗</m:t>
                        </m:r>
                        <m:r>
                          <a:rPr lang="vi-VN" sz="20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≤</m:t>
                        </m:r>
                        <m:r>
                          <a:rPr lang="vi-VN" sz="20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𝑞</m:t>
                        </m:r>
                        <m:r>
                          <a:rPr lang="vi-VN" sz="20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}</m:t>
                        </m:r>
                      </m:e>
                    </m:func>
                  </m:oMath>
                </a14:m>
                <a:r>
                  <a:rPr lang="en-VN" sz="2000" dirty="0">
                    <a:effectLst/>
                  </a:rPr>
                  <a:t> </a:t>
                </a:r>
                <a:endParaRPr lang="en-VN" sz="2000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89D58FA1-5562-D076-2C4C-07D916459B7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3836" y="1318055"/>
                <a:ext cx="6553200" cy="954877"/>
              </a:xfrm>
              <a:prstGeom prst="rect">
                <a:avLst/>
              </a:prstGeom>
              <a:blipFill>
                <a:blip r:embed="rId4"/>
                <a:stretch>
                  <a:fillRect l="-967" b="-6494"/>
                </a:stretch>
              </a:blipFill>
            </p:spPr>
            <p:txBody>
              <a:bodyPr/>
              <a:lstStyle/>
              <a:p>
                <a:r>
                  <a:rPr lang="en-V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0EDFFC77-4549-5EA1-6AE6-1C3F899477C6}"/>
                  </a:ext>
                </a:extLst>
              </p:cNvPr>
              <p:cNvSpPr txBox="1"/>
              <p:nvPr/>
            </p:nvSpPr>
            <p:spPr>
              <a:xfrm>
                <a:off x="1219200" y="5334440"/>
                <a:ext cx="457200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1800" dirty="0">
                    <a:effectLst/>
                  </a:rPr>
                  <a:t>Similarity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VN" sz="1800" i="1" smtClean="0">
                            <a:effectLst/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VN" sz="1800" i="1">
                                <a:effectLst/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800" b="1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𝑨</m:t>
                            </m:r>
                          </m:e>
                          <m:sub>
                            <m:r>
                              <a:rPr lang="en-US" sz="1800" b="0" i="1" smtClean="0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sz="18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, </m:t>
                        </m:r>
                        <m:sSub>
                          <m:sSubPr>
                            <m:ctrlPr>
                              <a:rPr lang="en-VN" sz="1800" i="1">
                                <a:effectLst/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800" b="1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𝑨</m:t>
                            </m:r>
                          </m:e>
                          <m:sub>
                            <m:r>
                              <a:rPr lang="en-US" sz="1800" b="0" i="1" smtClean="0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2</m:t>
                            </m:r>
                          </m:sub>
                        </m:sSub>
                      </m:e>
                    </m:d>
                  </m:oMath>
                </a14:m>
                <a:r>
                  <a:rPr lang="en-VN" dirty="0"/>
                  <a:t> = ?</a:t>
                </a:r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0EDFFC77-4549-5EA1-6AE6-1C3F899477C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19200" y="5334440"/>
                <a:ext cx="4572000" cy="369332"/>
              </a:xfrm>
              <a:prstGeom prst="rect">
                <a:avLst/>
              </a:prstGeom>
              <a:blipFill>
                <a:blip r:embed="rId5"/>
                <a:stretch>
                  <a:fillRect l="-1108" t="-6667" b="-23333"/>
                </a:stretch>
              </a:blipFill>
            </p:spPr>
            <p:txBody>
              <a:bodyPr/>
              <a:lstStyle/>
              <a:p>
                <a:r>
                  <a:rPr lang="en-V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26075256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6B6B4024-EF92-4E47-9B95-F8F2003CD095}"/>
              </a:ext>
            </a:extLst>
          </p:cNvPr>
          <p:cNvSpPr txBox="1"/>
          <p:nvPr/>
        </p:nvSpPr>
        <p:spPr>
          <a:xfrm>
            <a:off x="457200" y="304800"/>
            <a:ext cx="82296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en-US" sz="3200" dirty="0">
                <a:latin typeface="+mj-lt"/>
              </a:rPr>
              <a:t>Progressive alignment alignment</a:t>
            </a:r>
            <a:endParaRPr lang="en-VN" sz="3200" dirty="0">
              <a:latin typeface="+mj-lt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99B7B5A-2D8A-36B3-8B27-C5AD7E8BCDA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3400" y="990600"/>
            <a:ext cx="7143750" cy="5715000"/>
          </a:xfrm>
          <a:prstGeom prst="rect">
            <a:avLst/>
          </a:prstGeom>
          <a:effectLst>
            <a:softEdge rad="127000"/>
          </a:effectLst>
        </p:spPr>
      </p:pic>
    </p:spTree>
    <p:extLst>
      <p:ext uri="{BB962C8B-B14F-4D97-AF65-F5344CB8AC3E}">
        <p14:creationId xmlns:p14="http://schemas.microsoft.com/office/powerpoint/2010/main" val="393608114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6B6B4024-EF92-4E47-9B95-F8F2003CD095}"/>
              </a:ext>
            </a:extLst>
          </p:cNvPr>
          <p:cNvSpPr txBox="1"/>
          <p:nvPr/>
        </p:nvSpPr>
        <p:spPr>
          <a:xfrm>
            <a:off x="574589" y="304800"/>
            <a:ext cx="82296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dirty="0">
                <a:latin typeface="+mj-lt"/>
              </a:rPr>
              <a:t>Exercise</a:t>
            </a:r>
            <a:endParaRPr lang="en-VN" sz="3200" dirty="0">
              <a:latin typeface="+mj-lt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7DF4C31F-5777-FA8B-BECD-DAE71B5F52CD}"/>
                  </a:ext>
                </a:extLst>
              </p:cNvPr>
              <p:cNvSpPr txBox="1"/>
              <p:nvPr/>
            </p:nvSpPr>
            <p:spPr>
              <a:xfrm>
                <a:off x="609600" y="1295400"/>
                <a:ext cx="7620000" cy="304698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342900" lvl="0" indent="-342900" algn="just" fontAlgn="base">
                  <a:spcAft>
                    <a:spcPts val="600"/>
                  </a:spcAft>
                  <a:buFont typeface="Symbol" pitchFamily="2" charset="2"/>
                  <a:buChar char="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VN" sz="1800" i="1" smtClean="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GB" sz="18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𝑋</m:t>
                        </m:r>
                      </m:e>
                      <m:sub>
                        <m:r>
                          <a:rPr lang="en-GB" sz="18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</m:sub>
                    </m:sSub>
                    <m:r>
                      <a:rPr lang="en-GB" sz="18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en-GB" sz="180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"</m:t>
                    </m:r>
                    <m:r>
                      <m:rPr>
                        <m:sty m:val="p"/>
                      </m:rPr>
                      <a:rPr lang="en-GB" sz="180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GGATTGT</m:t>
                    </m:r>
                    <m:r>
                      <a:rPr lang="en-GB" sz="180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”</m:t>
                    </m:r>
                  </m:oMath>
                </a14:m>
                <a:endParaRPr lang="en-VN" sz="1800" dirty="0">
                  <a:effectLst/>
                  <a:latin typeface="Palatino Linotype" panose="02040502050505030304" pitchFamily="18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342900" lvl="0" indent="-342900" algn="just" fontAlgn="base">
                  <a:spcAft>
                    <a:spcPts val="600"/>
                  </a:spcAft>
                  <a:buFont typeface="Symbol" pitchFamily="2" charset="2"/>
                  <a:buChar char="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VN" sz="18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GB" sz="18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𝑋</m:t>
                        </m:r>
                      </m:e>
                      <m:sub>
                        <m:r>
                          <a:rPr lang="en-GB" sz="18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sub>
                    </m:sSub>
                    <m:r>
                      <a:rPr lang="en-GB" sz="18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en-GB" sz="180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"</m:t>
                    </m:r>
                    <m:r>
                      <m:rPr>
                        <m:sty m:val="p"/>
                      </m:rPr>
                      <a:rPr lang="en-GB" sz="180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GGAAGG</m:t>
                    </m:r>
                    <m:r>
                      <a:rPr lang="en-GB" sz="180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”</m:t>
                    </m:r>
                  </m:oMath>
                </a14:m>
                <a:endParaRPr lang="en-VN" sz="1800" dirty="0">
                  <a:effectLst/>
                  <a:latin typeface="Palatino Linotype" panose="02040502050505030304" pitchFamily="18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342900" lvl="0" indent="-342900" algn="just" fontAlgn="base">
                  <a:spcAft>
                    <a:spcPts val="600"/>
                  </a:spcAft>
                  <a:buFont typeface="Symbol" pitchFamily="2" charset="2"/>
                  <a:buChar char="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VN" sz="18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GB" sz="18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𝑋</m:t>
                        </m:r>
                      </m:e>
                      <m:sub>
                        <m:r>
                          <a:rPr lang="en-GB" sz="18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3</m:t>
                        </m:r>
                      </m:sub>
                    </m:sSub>
                    <m:r>
                      <a:rPr lang="en-GB" sz="18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en-GB" sz="180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"</m:t>
                    </m:r>
                    <m:r>
                      <m:rPr>
                        <m:sty m:val="p"/>
                      </m:rPr>
                      <a:rPr lang="en-GB" sz="180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AAGGTT</m:t>
                    </m:r>
                    <m:r>
                      <a:rPr lang="en-GB" sz="180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”</m:t>
                    </m:r>
                  </m:oMath>
                </a14:m>
                <a:endParaRPr lang="en-VN" sz="1800" dirty="0">
                  <a:effectLst/>
                  <a:latin typeface="Palatino Linotype" panose="02040502050505030304" pitchFamily="18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342900" lvl="0" indent="-342900" algn="just" fontAlgn="base">
                  <a:spcAft>
                    <a:spcPts val="600"/>
                  </a:spcAft>
                  <a:buFont typeface="Symbol" pitchFamily="2" charset="2"/>
                  <a:buChar char="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VN" sz="18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GB" sz="18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𝑋</m:t>
                        </m:r>
                      </m:e>
                      <m:sub>
                        <m:r>
                          <a:rPr lang="en-GB" sz="18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4</m:t>
                        </m:r>
                      </m:sub>
                    </m:sSub>
                    <m:r>
                      <a:rPr lang="en-GB" sz="18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en-GB" sz="180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"</m:t>
                    </m:r>
                    <m:r>
                      <m:rPr>
                        <m:sty m:val="p"/>
                      </m:rPr>
                      <a:rPr lang="en-GB" sz="180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AGGT</m:t>
                    </m:r>
                    <m:r>
                      <a:rPr lang="en-GB" sz="1800" i="1" smtClean="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”</m:t>
                    </m:r>
                  </m:oMath>
                </a14:m>
                <a:endParaRPr lang="en-VN" sz="1800" dirty="0">
                  <a:effectLst/>
                  <a:latin typeface="Palatino Linotype" panose="02040502050505030304" pitchFamily="18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342900" lvl="0" indent="-342900" algn="just" fontAlgn="base">
                  <a:spcAft>
                    <a:spcPts val="600"/>
                  </a:spcAft>
                  <a:buFont typeface="Symbol" pitchFamily="2" charset="2"/>
                  <a:buChar char=""/>
                </a:pPr>
                <a:endParaRPr lang="en-VN" dirty="0">
                  <a:latin typeface="Palatino Linotype" panose="02040502050505030304" pitchFamily="18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lvl="0" algn="just" fontAlgn="base">
                  <a:spcAft>
                    <a:spcPts val="600"/>
                  </a:spcAft>
                </a:pPr>
                <a:r>
                  <a:rPr lang="en-VN" sz="1800" dirty="0">
                    <a:effectLst/>
                    <a:latin typeface="Palatino Linotype" panose="0204050205050503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Align the four sequences with following score system:</a:t>
                </a:r>
              </a:p>
              <a:p>
                <a:pPr marL="285750" indent="-285750">
                  <a:buFont typeface="Courier New" panose="02070309020205020404" pitchFamily="49" charset="0"/>
                  <a:buChar char="o"/>
                </a:pPr>
                <a:r>
                  <a:rPr lang="en-VN" dirty="0"/>
                  <a:t>match: 2</a:t>
                </a:r>
              </a:p>
              <a:p>
                <a:pPr marL="285750" indent="-285750">
                  <a:buFont typeface="Courier New" panose="02070309020205020404" pitchFamily="49" charset="0"/>
                  <a:buChar char="o"/>
                </a:pPr>
                <a:r>
                  <a:rPr lang="en-VN" dirty="0"/>
                  <a:t>mismatch:-1</a:t>
                </a:r>
              </a:p>
              <a:p>
                <a:pPr marL="285750" indent="-285750">
                  <a:buFont typeface="Courier New" panose="02070309020205020404" pitchFamily="49" charset="0"/>
                  <a:buChar char="o"/>
                </a:pPr>
                <a:r>
                  <a:rPr lang="en-VN" dirty="0"/>
                  <a:t>indel:-2</a:t>
                </a: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7DF4C31F-5777-FA8B-BECD-DAE71B5F52C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600" y="1295400"/>
                <a:ext cx="7620000" cy="3046988"/>
              </a:xfrm>
              <a:prstGeom prst="rect">
                <a:avLst/>
              </a:prstGeom>
              <a:blipFill>
                <a:blip r:embed="rId3"/>
                <a:stretch>
                  <a:fillRect l="-667" t="-1667" b="-2500"/>
                </a:stretch>
              </a:blipFill>
            </p:spPr>
            <p:txBody>
              <a:bodyPr/>
              <a:lstStyle/>
              <a:p>
                <a:r>
                  <a:rPr lang="en-V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9785041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6B6B4024-EF92-4E47-9B95-F8F2003CD095}"/>
              </a:ext>
            </a:extLst>
          </p:cNvPr>
          <p:cNvSpPr txBox="1"/>
          <p:nvPr/>
        </p:nvSpPr>
        <p:spPr>
          <a:xfrm>
            <a:off x="457200" y="552782"/>
            <a:ext cx="82296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en-US" sz="3200" dirty="0">
                <a:latin typeface="+mj-lt"/>
              </a:rPr>
              <a:t>Progressive alignment: </a:t>
            </a:r>
            <a:r>
              <a:rPr lang="en-US" altLang="en-US" sz="3200" dirty="0" err="1">
                <a:latin typeface="+mj-lt"/>
              </a:rPr>
              <a:t>ClustalW</a:t>
            </a:r>
            <a:endParaRPr lang="en-VN" sz="3200" dirty="0">
              <a:latin typeface="+mj-lt"/>
            </a:endParaRPr>
          </a:p>
        </p:txBody>
      </p:sp>
      <p:pic>
        <p:nvPicPr>
          <p:cNvPr id="10242" name="Picture 2" descr="ClustalW based progressive alignment | Download Scientific Diagram">
            <a:extLst>
              <a:ext uri="{FF2B5EF4-FFF2-40B4-BE49-F238E27FC236}">
                <a16:creationId xmlns:a16="http://schemas.microsoft.com/office/drawing/2014/main" id="{4197F4CB-B7AA-42D2-F32A-B5180EF532B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2192" y="1447800"/>
            <a:ext cx="8144608" cy="42646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4281708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6B6B4024-EF92-4E47-9B95-F8F2003CD095}"/>
              </a:ext>
            </a:extLst>
          </p:cNvPr>
          <p:cNvSpPr txBox="1"/>
          <p:nvPr/>
        </p:nvSpPr>
        <p:spPr>
          <a:xfrm>
            <a:off x="457200" y="552782"/>
            <a:ext cx="82296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en-US" sz="3200" dirty="0">
                <a:latin typeface="+mj-lt"/>
              </a:rPr>
              <a:t>Multiple sequence alignment: </a:t>
            </a:r>
            <a:r>
              <a:rPr lang="en-US" altLang="en-US" sz="3200" dirty="0" err="1">
                <a:latin typeface="+mj-lt"/>
              </a:rPr>
              <a:t>ClustalW</a:t>
            </a:r>
            <a:r>
              <a:rPr lang="en-US" altLang="en-US" sz="3200" dirty="0">
                <a:latin typeface="+mj-lt"/>
              </a:rPr>
              <a:t> format</a:t>
            </a:r>
            <a:endParaRPr lang="en-VN" sz="3200" dirty="0">
              <a:latin typeface="+mj-lt"/>
            </a:endParaRPr>
          </a:p>
        </p:txBody>
      </p:sp>
      <p:pic>
        <p:nvPicPr>
          <p:cNvPr id="19460" name="Picture 4" descr="tutorialpic018">
            <a:extLst>
              <a:ext uri="{FF2B5EF4-FFF2-40B4-BE49-F238E27FC236}">
                <a16:creationId xmlns:a16="http://schemas.microsoft.com/office/drawing/2014/main" id="{90AF76F4-1D99-9034-7B91-39D9F10EDC9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5776"/>
          <a:stretch/>
        </p:blipFill>
        <p:spPr bwMode="auto">
          <a:xfrm>
            <a:off x="609600" y="1505525"/>
            <a:ext cx="8077200" cy="32174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1644497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6B6B4024-EF92-4E47-9B95-F8F2003CD095}"/>
              </a:ext>
            </a:extLst>
          </p:cNvPr>
          <p:cNvSpPr txBox="1"/>
          <p:nvPr/>
        </p:nvSpPr>
        <p:spPr>
          <a:xfrm>
            <a:off x="457200" y="552782"/>
            <a:ext cx="82296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en-US" sz="3200" dirty="0">
                <a:latin typeface="+mj-lt"/>
              </a:rPr>
              <a:t>Multiple sequence alignment: </a:t>
            </a:r>
            <a:r>
              <a:rPr lang="en-US" altLang="en-US" sz="3200" dirty="0" err="1">
                <a:latin typeface="+mj-lt"/>
              </a:rPr>
              <a:t>Phylip</a:t>
            </a:r>
            <a:r>
              <a:rPr lang="en-US" altLang="en-US" sz="3200" dirty="0">
                <a:latin typeface="+mj-lt"/>
              </a:rPr>
              <a:t> format</a:t>
            </a:r>
            <a:endParaRPr lang="en-VN" sz="3200" dirty="0">
              <a:latin typeface="+mj-lt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FC49997A-7A40-242E-6077-543B12C9F343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12" t="1509" r="2054" b="1710"/>
          <a:stretch/>
        </p:blipFill>
        <p:spPr bwMode="auto">
          <a:xfrm>
            <a:off x="609600" y="1295400"/>
            <a:ext cx="5715000" cy="4422428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E2595B46-A0BC-7CC7-71F8-60FB1C757946}"/>
              </a:ext>
            </a:extLst>
          </p:cNvPr>
          <p:cNvSpPr txBox="1"/>
          <p:nvPr/>
        </p:nvSpPr>
        <p:spPr>
          <a:xfrm>
            <a:off x="609600" y="6019800"/>
            <a:ext cx="5715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VN" dirty="0"/>
              <a:t>Note: The sequence name has exact 10 characters</a:t>
            </a:r>
          </a:p>
        </p:txBody>
      </p:sp>
    </p:spTree>
    <p:extLst>
      <p:ext uri="{BB962C8B-B14F-4D97-AF65-F5344CB8AC3E}">
        <p14:creationId xmlns:p14="http://schemas.microsoft.com/office/powerpoint/2010/main" val="406690424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6B6B4024-EF92-4E47-9B95-F8F2003CD095}"/>
              </a:ext>
            </a:extLst>
          </p:cNvPr>
          <p:cNvSpPr txBox="1"/>
          <p:nvPr/>
        </p:nvSpPr>
        <p:spPr>
          <a:xfrm>
            <a:off x="457200" y="552782"/>
            <a:ext cx="82296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dirty="0">
                <a:latin typeface="+mj-lt"/>
              </a:rPr>
              <a:t>Exercise</a:t>
            </a:r>
            <a:endParaRPr lang="en-VN" sz="3200" dirty="0">
              <a:latin typeface="+mj-lt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D18BF91-6EF7-0510-151A-BF765A730673}"/>
              </a:ext>
            </a:extLst>
          </p:cNvPr>
          <p:cNvSpPr txBox="1"/>
          <p:nvPr/>
        </p:nvSpPr>
        <p:spPr>
          <a:xfrm>
            <a:off x="457200" y="1524000"/>
            <a:ext cx="7467600" cy="25365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VN" dirty="0"/>
              <a:t>Download </a:t>
            </a:r>
            <a:r>
              <a:rPr lang="en-US" dirty="0"/>
              <a:t>FOXP2</a:t>
            </a:r>
            <a:r>
              <a:rPr lang="en-VN" dirty="0"/>
              <a:t> genes of human and 10 species close to the human.  Align and download the multiple sequence alignment of the sequences using the ClustalW algorithm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VN" dirty="0"/>
              <a:t>Download </a:t>
            </a:r>
            <a:r>
              <a:rPr lang="en-US" dirty="0"/>
              <a:t>Myosin</a:t>
            </a:r>
            <a:r>
              <a:rPr lang="en-VN" dirty="0"/>
              <a:t> proteins of  human and 10 species close to the human. Align and download the multiple sequence alignment of the sequences using the ClustalW algorithm</a:t>
            </a:r>
          </a:p>
        </p:txBody>
      </p:sp>
    </p:spTree>
    <p:extLst>
      <p:ext uri="{BB962C8B-B14F-4D97-AF65-F5344CB8AC3E}">
        <p14:creationId xmlns:p14="http://schemas.microsoft.com/office/powerpoint/2010/main" val="40157723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6B6B4024-EF92-4E47-9B95-F8F2003CD095}"/>
              </a:ext>
            </a:extLst>
          </p:cNvPr>
          <p:cNvSpPr txBox="1"/>
          <p:nvPr/>
        </p:nvSpPr>
        <p:spPr>
          <a:xfrm>
            <a:off x="457200" y="552782"/>
            <a:ext cx="82296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en-US" sz="3200" dirty="0">
                <a:latin typeface="+mj-lt"/>
              </a:rPr>
              <a:t>Progressive alignment: Muscle</a:t>
            </a:r>
            <a:endParaRPr lang="en-VN" sz="3200" dirty="0">
              <a:latin typeface="+mj-lt"/>
            </a:endParaRPr>
          </a:p>
        </p:txBody>
      </p:sp>
      <p:pic>
        <p:nvPicPr>
          <p:cNvPr id="19458" name="Picture 2" descr="MUSCLE: Tool for Multiple Sequence Alignment — Bioinformatics Review">
            <a:extLst>
              <a:ext uri="{FF2B5EF4-FFF2-40B4-BE49-F238E27FC236}">
                <a16:creationId xmlns:a16="http://schemas.microsoft.com/office/drawing/2014/main" id="{8AEA1DA9-6A25-00B7-0CC9-568527EF7F1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" y="1295400"/>
            <a:ext cx="6540500" cy="5130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5309456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6B6B4024-EF92-4E47-9B95-F8F2003CD095}"/>
              </a:ext>
            </a:extLst>
          </p:cNvPr>
          <p:cNvSpPr txBox="1"/>
          <p:nvPr/>
        </p:nvSpPr>
        <p:spPr>
          <a:xfrm>
            <a:off x="457200" y="552782"/>
            <a:ext cx="82296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dirty="0">
                <a:latin typeface="+mj-lt"/>
              </a:rPr>
              <a:t>Exercise</a:t>
            </a:r>
            <a:endParaRPr lang="en-VN" sz="3200" dirty="0">
              <a:latin typeface="+mj-lt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D18BF91-6EF7-0510-151A-BF765A730673}"/>
              </a:ext>
            </a:extLst>
          </p:cNvPr>
          <p:cNvSpPr txBox="1"/>
          <p:nvPr/>
        </p:nvSpPr>
        <p:spPr>
          <a:xfrm>
            <a:off x="457200" y="1524000"/>
            <a:ext cx="7467600" cy="33675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VN" dirty="0"/>
              <a:t>Download </a:t>
            </a:r>
            <a:r>
              <a:rPr lang="en-US" dirty="0"/>
              <a:t>P53</a:t>
            </a:r>
            <a:r>
              <a:rPr lang="en-VN" dirty="0"/>
              <a:t> genes of  human and 10 species close to the human. Align and compare their multiple sequence alignments using ClustalW and Muscle algorithms.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endParaRPr lang="en-VN" dirty="0"/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VN" dirty="0"/>
              <a:t>Download </a:t>
            </a:r>
            <a:r>
              <a:rPr lang="en-US" dirty="0"/>
              <a:t>Cytochrome C</a:t>
            </a:r>
            <a:r>
              <a:rPr lang="en-VN" dirty="0"/>
              <a:t> proteins of human and 10 species close to the human. Align and compare their multiple sequence alignments using ClustalW and Muscle algorithms.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endParaRPr lang="en-VN" dirty="0"/>
          </a:p>
        </p:txBody>
      </p:sp>
    </p:spTree>
    <p:extLst>
      <p:ext uri="{BB962C8B-B14F-4D97-AF65-F5344CB8AC3E}">
        <p14:creationId xmlns:p14="http://schemas.microsoft.com/office/powerpoint/2010/main" val="413225328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6B6B4024-EF92-4E47-9B95-F8F2003CD095}"/>
              </a:ext>
            </a:extLst>
          </p:cNvPr>
          <p:cNvSpPr txBox="1"/>
          <p:nvPr/>
        </p:nvSpPr>
        <p:spPr>
          <a:xfrm>
            <a:off x="457200" y="552782"/>
            <a:ext cx="82296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dirty="0">
                <a:latin typeface="+mj-lt"/>
              </a:rPr>
              <a:t>Algorithm comparison</a:t>
            </a:r>
            <a:endParaRPr lang="en-VN" sz="3200" dirty="0">
              <a:latin typeface="+mj-lt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D18BF91-6EF7-0510-151A-BF765A730673}"/>
              </a:ext>
            </a:extLst>
          </p:cNvPr>
          <p:cNvSpPr txBox="1"/>
          <p:nvPr/>
        </p:nvSpPr>
        <p:spPr>
          <a:xfrm>
            <a:off x="457200" y="1524000"/>
            <a:ext cx="7467600" cy="41930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sz="2000" dirty="0"/>
              <a:t>Describe the </a:t>
            </a:r>
            <a:r>
              <a:rPr lang="en-US" sz="2000" dirty="0" err="1"/>
              <a:t>ClustalW</a:t>
            </a:r>
            <a:r>
              <a:rPr lang="en-US" sz="2000" dirty="0"/>
              <a:t> algorithm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sz="2000" dirty="0"/>
              <a:t>Describe the Muscle algorithm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sz="2000" dirty="0"/>
              <a:t>How to reconstruct guide trees in the </a:t>
            </a:r>
            <a:r>
              <a:rPr lang="en-US" sz="2000" dirty="0" err="1"/>
              <a:t>ClustalW</a:t>
            </a:r>
            <a:r>
              <a:rPr lang="en-US" sz="2000" dirty="0"/>
              <a:t> and Muscle algorithms?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sz="2000" dirty="0"/>
              <a:t>Compare the advantages and disadvantages of </a:t>
            </a:r>
            <a:r>
              <a:rPr lang="en-US" sz="2000" dirty="0" err="1"/>
              <a:t>ClustalW</a:t>
            </a:r>
            <a:r>
              <a:rPr lang="en-US" sz="2000" dirty="0"/>
              <a:t> and Muscle algorithms</a:t>
            </a:r>
            <a:endParaRPr lang="en-VN" sz="2000" dirty="0"/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endParaRPr lang="en-VN" sz="2000" dirty="0"/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endParaRPr lang="en-VN" sz="2000" dirty="0"/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endParaRPr lang="en-VN" sz="2000" dirty="0"/>
          </a:p>
        </p:txBody>
      </p:sp>
    </p:spTree>
    <p:extLst>
      <p:ext uri="{BB962C8B-B14F-4D97-AF65-F5344CB8AC3E}">
        <p14:creationId xmlns:p14="http://schemas.microsoft.com/office/powerpoint/2010/main" val="3921129551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Wood Type">
  <a:themeElements>
    <a:clrScheme name="Wood Type">
      <a:dk1>
        <a:sysClr val="windowText" lastClr="000000"/>
      </a:dk1>
      <a:lt1>
        <a:sysClr val="window" lastClr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Wood Type">
      <a:majorFont>
        <a:latin typeface="Rockwell Condensed" panose="02060603050405020104"/>
        <a:ea typeface=""/>
        <a:cs typeface=""/>
        <a:font script="Grek" typeface="Cambria"/>
        <a:font script="Cyrl" typeface="Cambria"/>
        <a:font script="Jpan" typeface="HG明朝B"/>
        <a:font script="Hang" typeface="바탕"/>
        <a:font script="Hans" typeface="方正姚体"/>
        <a:font script="Hant" typeface="微軟正黑體"/>
        <a:font script="Arab" typeface="Times New Roman"/>
        <a:font script="Hebr" typeface="David"/>
        <a:font script="Thai" typeface="Jasmine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Rockwell" panose="02060603020205020403"/>
        <a:ea typeface=""/>
        <a:cs typeface=""/>
        <a:font script="Grek" typeface="Cambria"/>
        <a:font script="Cyrl" typeface="Cambria"/>
        <a:font script="Jpan" typeface="HG明朝B"/>
        <a:font script="Hang" typeface="바탕"/>
        <a:font script="Hans" typeface="方正姚体"/>
        <a:font script="Hant" typeface="標楷體"/>
        <a:font script="Arab" typeface="Times New Roman"/>
        <a:font script="Hebr" typeface="David"/>
        <a:font script="Thai" typeface="Jasmine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Wood Type">
      <a:fillStyleLst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tint val="70000"/>
                <a:shade val="63000"/>
              </a:schemeClr>
              <a:schemeClr val="phClr">
                <a:tint val="10000"/>
                <a:satMod val="150000"/>
              </a:schemeClr>
            </a:duotone>
          </a:blip>
          <a:tile tx="0" ty="0" sx="60000" sy="59000" flip="none" algn="tl"/>
        </a:blipFill>
        <a:blipFill rotWithShape="1">
          <a:blip xmlns:r="http://schemas.openxmlformats.org/officeDocument/2006/relationships" r:embed="rId1">
            <a:duotone>
              <a:schemeClr val="phClr">
                <a:shade val="36000"/>
                <a:satMod val="120000"/>
              </a:schemeClr>
              <a:schemeClr val="phClr">
                <a:tint val="40000"/>
              </a:schemeClr>
            </a:duotone>
          </a:blip>
          <a:tile tx="0" ty="0" sx="60000" sy="59000" flip="none" algn="tl"/>
        </a:blip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softEdge rad="12700"/>
          </a:effectLst>
        </a:effectStyle>
        <a:effectStyle>
          <a:effectLst>
            <a:outerShdw blurRad="50800" dist="19050" dir="5400000" algn="tl" rotWithShape="0">
              <a:srgbClr val="000000">
                <a:alpha val="60000"/>
              </a:srgbClr>
            </a:outerShdw>
            <a:softEdge rad="12700"/>
          </a:effectLst>
        </a:effectStyle>
      </a:effectStyleLst>
      <a:bgFillStyleLst>
        <a:solidFill>
          <a:schemeClr val="phClr"/>
        </a:solidFill>
        <a:solidFill>
          <a:schemeClr val="phClr">
            <a:shade val="97000"/>
            <a:satMod val="150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75000"/>
                <a:shade val="58000"/>
                <a:satMod val="120000"/>
              </a:schemeClr>
              <a:schemeClr val="phClr">
                <a:tint val="50000"/>
                <a:shade val="96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ood Type" id="{7ACABC62-BF99-48CF-A9DC-4DB89C7B13DC}" vid="{142A1326-48AB-42A9-8428-CB14AA30176D}"/>
    </a:ext>
  </a:extLst>
</a:theme>
</file>

<file path=ppt/theme/theme2.xml><?xml version="1.0" encoding="utf-8"?>
<a:theme xmlns:a="http://schemas.openxmlformats.org/drawingml/2006/main" name="Parcel">
  <a:themeElements>
    <a:clrScheme name="Parcel">
      <a:dk1>
        <a:srgbClr val="000000"/>
      </a:dk1>
      <a:lt1>
        <a:sysClr val="window" lastClr="FFFFFF"/>
      </a:lt1>
      <a:dk2>
        <a:srgbClr val="5E5E5E"/>
      </a:dk2>
      <a:lt2>
        <a:srgbClr val="DDDDDD"/>
      </a:lt2>
      <a:accent1>
        <a:srgbClr val="A6B727"/>
      </a:accent1>
      <a:accent2>
        <a:srgbClr val="418AB3"/>
      </a:accent2>
      <a:accent3>
        <a:srgbClr val="F69200"/>
      </a:accent3>
      <a:accent4>
        <a:srgbClr val="838383"/>
      </a:accent4>
      <a:accent5>
        <a:srgbClr val="FEC306"/>
      </a:accent5>
      <a:accent6>
        <a:srgbClr val="DF5327"/>
      </a:accent6>
      <a:hlink>
        <a:srgbClr val="F59E00"/>
      </a:hlink>
      <a:folHlink>
        <a:srgbClr val="B2B2B2"/>
      </a:folHlink>
    </a:clrScheme>
    <a:fontScheme name="Parcel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Parcel">
      <a: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107000"/>
                <a:lumMod val="103000"/>
              </a:schemeClr>
            </a:gs>
            <a:gs pos="100000">
              <a:schemeClr val="phClr">
                <a:tint val="82000"/>
                <a:satMod val="109000"/>
                <a:lumMod val="103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7000"/>
                <a:satMod val="100000"/>
                <a:lumMod val="102000"/>
              </a:schemeClr>
            </a:gs>
            <a:gs pos="50000">
              <a:schemeClr val="phClr">
                <a:shade val="100000"/>
                <a:satMod val="103000"/>
                <a:lumMod val="100000"/>
              </a:schemeClr>
            </a:gs>
            <a:gs pos="100000">
              <a:schemeClr val="phClr">
                <a:shade val="93000"/>
                <a:satMod val="11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317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5880" dist="1524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prstMaterial="dkEdge">
            <a:bevelT w="0" h="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7000"/>
                <a:shade val="100000"/>
                <a:satMod val="185000"/>
                <a:lumMod val="120000"/>
              </a:schemeClr>
            </a:gs>
            <a:gs pos="100000">
              <a:schemeClr val="phClr">
                <a:tint val="96000"/>
                <a:shade val="95000"/>
                <a:satMod val="215000"/>
                <a:lumMod val="80000"/>
              </a:schemeClr>
            </a:gs>
          </a:gsLst>
          <a:path path="circle">
            <a:fillToRect l="50000" t="55000" r="125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cel" id="{8BEC4385-4EB9-4D53-BFB5-0EA123736B6D}" vid="{A425FB89-E954-4A2A-81DC-D90804A94DBA}"/>
    </a:ext>
  </a:extLst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{D202D816-C2DE-F343-9016-56435A1429AF}tf10001120</Template>
  <TotalTime>3964</TotalTime>
  <Words>773</Words>
  <Application>Microsoft Macintosh PowerPoint</Application>
  <PresentationFormat>On-screen Show (4:3)</PresentationFormat>
  <Paragraphs>281</Paragraphs>
  <Slides>20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12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20</vt:i4>
      </vt:variant>
    </vt:vector>
  </HeadingPairs>
  <TitlesOfParts>
    <vt:vector size="34" baseType="lpstr">
      <vt:lpstr>MS UI Gothic</vt:lpstr>
      <vt:lpstr>Arial</vt:lpstr>
      <vt:lpstr>Calibri</vt:lpstr>
      <vt:lpstr>Cambria Math</vt:lpstr>
      <vt:lpstr>Courier New</vt:lpstr>
      <vt:lpstr>Gill Sans MT</vt:lpstr>
      <vt:lpstr>Palatino Linotype</vt:lpstr>
      <vt:lpstr>Rockwell</vt:lpstr>
      <vt:lpstr>Rockwell Condensed</vt:lpstr>
      <vt:lpstr>Rockwell Extra Bold</vt:lpstr>
      <vt:lpstr>Symbol</vt:lpstr>
      <vt:lpstr>Wingdings</vt:lpstr>
      <vt:lpstr>Wood Type</vt:lpstr>
      <vt:lpstr>Parcel</vt:lpstr>
      <vt:lpstr>MULTIPLE SEQUENCE Alignments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UCSD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L2_MolBio</dc:title>
  <dc:creator>mchaisso</dc:creator>
  <cp:lastModifiedBy>Le Sy Vinh Savvycom</cp:lastModifiedBy>
  <cp:revision>724</cp:revision>
  <dcterms:created xsi:type="dcterms:W3CDTF">2004-04-08T22:16:51Z</dcterms:created>
  <dcterms:modified xsi:type="dcterms:W3CDTF">2025-10-09T02:06:00Z</dcterms:modified>
</cp:coreProperties>
</file>